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72" r:id="rId5"/>
    <p:sldId id="27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  <a:srgbClr val="FDFDFD"/>
    <a:srgbClr val="F2F2F2"/>
    <a:srgbClr val="B08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EF0E6-F0A3-4FCC-B45A-63FF8CE11670}" v="231" dt="2026-03-22T08:37:01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9" autoAdjust="0"/>
    <p:restoredTop sz="94660"/>
  </p:normalViewPr>
  <p:slideViewPr>
    <p:cSldViewPr snapToGrid="0">
      <p:cViewPr varScale="1">
        <p:scale>
          <a:sx n="45" d="100"/>
          <a:sy n="45" d="100"/>
        </p:scale>
        <p:origin x="4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l Vicencio" userId="45df5259ba3d81bd" providerId="LiveId" clId="{4EA767F8-A001-4D45-8B6D-690C8390DCD5}"/>
    <pc:docChg chg="delSld modSld">
      <pc:chgData name="Abel Vicencio" userId="45df5259ba3d81bd" providerId="LiveId" clId="{4EA767F8-A001-4D45-8B6D-690C8390DCD5}" dt="2026-03-22T08:37:23.988" v="246" actId="47"/>
      <pc:docMkLst>
        <pc:docMk/>
      </pc:docMkLst>
      <pc:sldChg chg="modSp mod modAnim">
        <pc:chgData name="Abel Vicencio" userId="45df5259ba3d81bd" providerId="LiveId" clId="{4EA767F8-A001-4D45-8B6D-690C8390DCD5}" dt="2026-03-14T08:45:52.734" v="77" actId="20577"/>
        <pc:sldMkLst>
          <pc:docMk/>
          <pc:sldMk cId="1837039480" sldId="259"/>
        </pc:sldMkLst>
        <pc:spChg chg="mod">
          <ac:chgData name="Abel Vicencio" userId="45df5259ba3d81bd" providerId="LiveId" clId="{4EA767F8-A001-4D45-8B6D-690C8390DCD5}" dt="2026-03-14T08:45:09.474" v="12" actId="20577"/>
          <ac:spMkLst>
            <pc:docMk/>
            <pc:sldMk cId="1837039480" sldId="259"/>
            <ac:spMk id="2" creationId="{00000000-0000-0000-0000-000000000000}"/>
          </ac:spMkLst>
        </pc:spChg>
        <pc:spChg chg="mod">
          <ac:chgData name="Abel Vicencio" userId="45df5259ba3d81bd" providerId="LiveId" clId="{4EA767F8-A001-4D45-8B6D-690C8390DCD5}" dt="2026-03-14T08:45:52.734" v="77" actId="20577"/>
          <ac:spMkLst>
            <pc:docMk/>
            <pc:sldMk cId="1837039480" sldId="259"/>
            <ac:spMk id="3" creationId="{00000000-0000-0000-0000-000000000000}"/>
          </ac:spMkLst>
        </pc:spChg>
      </pc:sldChg>
      <pc:sldChg chg="modSp mod modAnim">
        <pc:chgData name="Abel Vicencio" userId="45df5259ba3d81bd" providerId="LiveId" clId="{4EA767F8-A001-4D45-8B6D-690C8390DCD5}" dt="2026-03-22T08:37:04.214" v="244" actId="1076"/>
        <pc:sldMkLst>
          <pc:docMk/>
          <pc:sldMk cId="861512139" sldId="260"/>
        </pc:sldMkLst>
        <pc:spChg chg="mod">
          <ac:chgData name="Abel Vicencio" userId="45df5259ba3d81bd" providerId="LiveId" clId="{4EA767F8-A001-4D45-8B6D-690C8390DCD5}" dt="2026-03-22T08:36:08.560" v="116" actId="20577"/>
          <ac:spMkLst>
            <pc:docMk/>
            <pc:sldMk cId="861512139" sldId="260"/>
            <ac:spMk id="3" creationId="{00000000-0000-0000-0000-000000000000}"/>
          </ac:spMkLst>
        </pc:spChg>
        <pc:spChg chg="mod">
          <ac:chgData name="Abel Vicencio" userId="45df5259ba3d81bd" providerId="LiveId" clId="{4EA767F8-A001-4D45-8B6D-690C8390DCD5}" dt="2026-03-22T08:37:04.214" v="244" actId="1076"/>
          <ac:spMkLst>
            <pc:docMk/>
            <pc:sldMk cId="861512139" sldId="260"/>
            <ac:spMk id="5" creationId="{00000000-0000-0000-0000-000000000000}"/>
          </ac:spMkLst>
        </pc:spChg>
      </pc:sldChg>
      <pc:sldChg chg="del">
        <pc:chgData name="Abel Vicencio" userId="45df5259ba3d81bd" providerId="LiveId" clId="{4EA767F8-A001-4D45-8B6D-690C8390DCD5}" dt="2026-03-22T08:37:19.701" v="245" actId="47"/>
        <pc:sldMkLst>
          <pc:docMk/>
          <pc:sldMk cId="1167737588" sldId="262"/>
        </pc:sldMkLst>
      </pc:sldChg>
      <pc:sldChg chg="del">
        <pc:chgData name="Abel Vicencio" userId="45df5259ba3d81bd" providerId="LiveId" clId="{4EA767F8-A001-4D45-8B6D-690C8390DCD5}" dt="2026-03-22T08:37:23.988" v="246" actId="47"/>
        <pc:sldMkLst>
          <pc:docMk/>
          <pc:sldMk cId="3983616872" sldId="26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F9999D-8F50-4115-8A35-27FD5021DED0}" type="doc">
      <dgm:prSet loTypeId="urn:microsoft.com/office/officeart/2005/8/layout/pyramid1" loCatId="pyramid" qsTypeId="urn:microsoft.com/office/officeart/2005/8/quickstyle/simple1" qsCatId="simple" csTypeId="urn:microsoft.com/office/officeart/2005/8/colors/colorful1" csCatId="colorful" phldr="1"/>
      <dgm:spPr/>
    </dgm:pt>
    <dgm:pt modelId="{3C02B3F5-AF95-4A93-B4EC-620972A56717}">
      <dgm:prSet phldrT="[Texto]" custT="1"/>
      <dgm:spPr/>
      <dgm:t>
        <a:bodyPr/>
        <a:lstStyle/>
        <a:p>
          <a:r>
            <a:rPr lang="es-MX" sz="1100" dirty="0" smtClean="0"/>
            <a:t>Temas</a:t>
          </a:r>
          <a:endParaRPr lang="es-MX" sz="1400" dirty="0"/>
        </a:p>
      </dgm:t>
    </dgm:pt>
    <dgm:pt modelId="{8245CE6E-A103-46B1-AEEB-EEB3EB12DE47}" type="parTrans" cxnId="{060F3693-F80E-4639-A18B-A4E618CAB40C}">
      <dgm:prSet/>
      <dgm:spPr/>
      <dgm:t>
        <a:bodyPr/>
        <a:lstStyle/>
        <a:p>
          <a:endParaRPr lang="es-MX"/>
        </a:p>
      </dgm:t>
    </dgm:pt>
    <dgm:pt modelId="{B3451074-5AD8-4D7B-901C-2A1DE3CD520A}" type="sibTrans" cxnId="{060F3693-F80E-4639-A18B-A4E618CAB40C}">
      <dgm:prSet/>
      <dgm:spPr/>
      <dgm:t>
        <a:bodyPr/>
        <a:lstStyle/>
        <a:p>
          <a:endParaRPr lang="es-MX"/>
        </a:p>
      </dgm:t>
    </dgm:pt>
    <dgm:pt modelId="{8A890437-F4FF-41F0-ADF8-F900EADA8E97}">
      <dgm:prSet phldrT="[Texto]"/>
      <dgm:spPr/>
      <dgm:t>
        <a:bodyPr/>
        <a:lstStyle/>
        <a:p>
          <a:r>
            <a:rPr lang="es-MX" dirty="0" smtClean="0"/>
            <a:t>Facetas</a:t>
          </a:r>
          <a:endParaRPr lang="es-MX" dirty="0"/>
        </a:p>
      </dgm:t>
    </dgm:pt>
    <dgm:pt modelId="{DC1D566D-7A59-4E0C-9678-62EE4741B173}" type="parTrans" cxnId="{4968A8AE-0ACE-43C6-AB7A-CBB79AC00EB1}">
      <dgm:prSet/>
      <dgm:spPr/>
      <dgm:t>
        <a:bodyPr/>
        <a:lstStyle/>
        <a:p>
          <a:endParaRPr lang="es-MX"/>
        </a:p>
      </dgm:t>
    </dgm:pt>
    <dgm:pt modelId="{5F7A6A6A-5DD7-42B5-9064-97516999758E}" type="sibTrans" cxnId="{4968A8AE-0ACE-43C6-AB7A-CBB79AC00EB1}">
      <dgm:prSet/>
      <dgm:spPr/>
      <dgm:t>
        <a:bodyPr/>
        <a:lstStyle/>
        <a:p>
          <a:endParaRPr lang="es-MX"/>
        </a:p>
      </dgm:t>
    </dgm:pt>
    <dgm:pt modelId="{BAB9CF25-B930-4A5C-9824-35DBFCD09781}">
      <dgm:prSet phldrT="[Texto]"/>
      <dgm:spPr/>
      <dgm:t>
        <a:bodyPr/>
        <a:lstStyle/>
        <a:p>
          <a:r>
            <a:rPr lang="es-MX" dirty="0" smtClean="0"/>
            <a:t>Datos</a:t>
          </a:r>
          <a:endParaRPr lang="es-MX" dirty="0"/>
        </a:p>
      </dgm:t>
    </dgm:pt>
    <dgm:pt modelId="{A59F2E68-51D3-48C3-9778-12515D6F10C0}" type="parTrans" cxnId="{126B92D0-E02B-4E46-AEA9-A0AB2F374044}">
      <dgm:prSet/>
      <dgm:spPr/>
      <dgm:t>
        <a:bodyPr/>
        <a:lstStyle/>
        <a:p>
          <a:endParaRPr lang="es-MX"/>
        </a:p>
      </dgm:t>
    </dgm:pt>
    <dgm:pt modelId="{856C2433-4712-47FB-B395-9B71750587FB}" type="sibTrans" cxnId="{126B92D0-E02B-4E46-AEA9-A0AB2F374044}">
      <dgm:prSet/>
      <dgm:spPr/>
      <dgm:t>
        <a:bodyPr/>
        <a:lstStyle/>
        <a:p>
          <a:endParaRPr lang="es-MX"/>
        </a:p>
      </dgm:t>
    </dgm:pt>
    <dgm:pt modelId="{31535046-1A60-414C-949F-793FFAE6795E}">
      <dgm:prSet/>
      <dgm:spPr/>
      <dgm:t>
        <a:bodyPr/>
        <a:lstStyle/>
        <a:p>
          <a:r>
            <a:rPr lang="es-MX" dirty="0" smtClean="0"/>
            <a:t>Escalas</a:t>
          </a:r>
          <a:endParaRPr lang="es-MX" dirty="0"/>
        </a:p>
      </dgm:t>
    </dgm:pt>
    <dgm:pt modelId="{B19E7C5D-CE51-4370-A434-80678AF01891}" type="parTrans" cxnId="{CA746BE3-747B-4BAE-A06A-92BEA0B4D0A5}">
      <dgm:prSet/>
      <dgm:spPr/>
      <dgm:t>
        <a:bodyPr/>
        <a:lstStyle/>
        <a:p>
          <a:endParaRPr lang="es-MX"/>
        </a:p>
      </dgm:t>
    </dgm:pt>
    <dgm:pt modelId="{0BADFF60-D9A8-419D-99FD-14002ADDB2DC}" type="sibTrans" cxnId="{CA746BE3-747B-4BAE-A06A-92BEA0B4D0A5}">
      <dgm:prSet/>
      <dgm:spPr/>
      <dgm:t>
        <a:bodyPr/>
        <a:lstStyle/>
        <a:p>
          <a:endParaRPr lang="es-MX"/>
        </a:p>
      </dgm:t>
    </dgm:pt>
    <dgm:pt modelId="{968F4057-AAE4-41AE-955F-FDBE5821D922}">
      <dgm:prSet/>
      <dgm:spPr/>
      <dgm:t>
        <a:bodyPr/>
        <a:lstStyle/>
        <a:p>
          <a:r>
            <a:rPr lang="es-MX" dirty="0" smtClean="0"/>
            <a:t>Geometrías</a:t>
          </a:r>
          <a:endParaRPr lang="es-MX" dirty="0"/>
        </a:p>
      </dgm:t>
    </dgm:pt>
    <dgm:pt modelId="{0B0A4430-6073-42C6-9CCD-EA91DF1FE5FA}" type="parTrans" cxnId="{3838B912-4817-41D9-AE39-5AD2E5E7D171}">
      <dgm:prSet/>
      <dgm:spPr/>
      <dgm:t>
        <a:bodyPr/>
        <a:lstStyle/>
        <a:p>
          <a:endParaRPr lang="es-MX"/>
        </a:p>
      </dgm:t>
    </dgm:pt>
    <dgm:pt modelId="{281D82A7-0430-4007-A346-956F3619E040}" type="sibTrans" cxnId="{3838B912-4817-41D9-AE39-5AD2E5E7D171}">
      <dgm:prSet/>
      <dgm:spPr/>
      <dgm:t>
        <a:bodyPr/>
        <a:lstStyle/>
        <a:p>
          <a:endParaRPr lang="es-MX"/>
        </a:p>
      </dgm:t>
    </dgm:pt>
    <dgm:pt modelId="{5F0A4C81-DF61-4B58-8C90-7DFFEB58A74F}">
      <dgm:prSet/>
      <dgm:spPr/>
      <dgm:t>
        <a:bodyPr/>
        <a:lstStyle/>
        <a:p>
          <a:r>
            <a:rPr lang="es-MX" dirty="0" smtClean="0">
              <a:solidFill>
                <a:schemeClr val="bg1">
                  <a:lumMod val="75000"/>
                </a:schemeClr>
              </a:solidFill>
            </a:rPr>
            <a:t>Estéticas (aes)</a:t>
          </a:r>
          <a:endParaRPr lang="es-MX" dirty="0">
            <a:solidFill>
              <a:schemeClr val="bg1">
                <a:lumMod val="75000"/>
              </a:schemeClr>
            </a:solidFill>
          </a:endParaRPr>
        </a:p>
      </dgm:t>
    </dgm:pt>
    <dgm:pt modelId="{D6FDCBF2-41FD-4CEC-AE99-020A8BC3D3D2}" type="parTrans" cxnId="{561A0F27-6C18-4283-BB6A-F0172CA54306}">
      <dgm:prSet/>
      <dgm:spPr/>
      <dgm:t>
        <a:bodyPr/>
        <a:lstStyle/>
        <a:p>
          <a:endParaRPr lang="es-MX"/>
        </a:p>
      </dgm:t>
    </dgm:pt>
    <dgm:pt modelId="{C4250E1A-EBFA-4EFD-BE9A-A91BC43F49A3}" type="sibTrans" cxnId="{561A0F27-6C18-4283-BB6A-F0172CA54306}">
      <dgm:prSet/>
      <dgm:spPr/>
      <dgm:t>
        <a:bodyPr/>
        <a:lstStyle/>
        <a:p>
          <a:endParaRPr lang="es-MX"/>
        </a:p>
      </dgm:t>
    </dgm:pt>
    <dgm:pt modelId="{A7891F6C-321A-412A-988C-3F2EFDFC63DE}" type="pres">
      <dgm:prSet presAssocID="{DCF9999D-8F50-4115-8A35-27FD5021DED0}" presName="Name0" presStyleCnt="0">
        <dgm:presLayoutVars>
          <dgm:dir/>
          <dgm:animLvl val="lvl"/>
          <dgm:resizeHandles val="exact"/>
        </dgm:presLayoutVars>
      </dgm:prSet>
      <dgm:spPr/>
    </dgm:pt>
    <dgm:pt modelId="{8388B2ED-6F37-415B-A6BD-8C97421C316D}" type="pres">
      <dgm:prSet presAssocID="{3C02B3F5-AF95-4A93-B4EC-620972A56717}" presName="Name8" presStyleCnt="0"/>
      <dgm:spPr/>
    </dgm:pt>
    <dgm:pt modelId="{D35F3287-6F6B-4B96-A2F5-B2A6012A195F}" type="pres">
      <dgm:prSet presAssocID="{3C02B3F5-AF95-4A93-B4EC-620972A56717}" presName="level" presStyleLbl="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A4D65BB8-77B0-44C5-892D-12825F748E98}" type="pres">
      <dgm:prSet presAssocID="{3C02B3F5-AF95-4A93-B4EC-620972A5671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59911A49-82B3-4EEA-A3E5-FA009D9A0189}" type="pres">
      <dgm:prSet presAssocID="{8A890437-F4FF-41F0-ADF8-F900EADA8E97}" presName="Name8" presStyleCnt="0"/>
      <dgm:spPr/>
    </dgm:pt>
    <dgm:pt modelId="{EA7E1869-AC6F-4D7C-8EBE-E93A117DEE3B}" type="pres">
      <dgm:prSet presAssocID="{8A890437-F4FF-41F0-ADF8-F900EADA8E97}" presName="level" presStyleLbl="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46FEB50-854E-4E6F-B83A-1F67E4913B1C}" type="pres">
      <dgm:prSet presAssocID="{8A890437-F4FF-41F0-ADF8-F900EADA8E9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FF0423A-6718-4C6A-A302-1A0C5D582395}" type="pres">
      <dgm:prSet presAssocID="{31535046-1A60-414C-949F-793FFAE6795E}" presName="Name8" presStyleCnt="0"/>
      <dgm:spPr/>
    </dgm:pt>
    <dgm:pt modelId="{CD0ACCF6-FEA4-4E64-B6D4-5E68A80BC2BB}" type="pres">
      <dgm:prSet presAssocID="{31535046-1A60-414C-949F-793FFAE6795E}" presName="level" presStyleLbl="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F06EC7A-A7BC-4CF6-B512-9318FF5323BC}" type="pres">
      <dgm:prSet presAssocID="{31535046-1A60-414C-949F-793FFAE6795E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0A641585-378B-4692-A9D6-898790ABBA37}" type="pres">
      <dgm:prSet presAssocID="{968F4057-AAE4-41AE-955F-FDBE5821D922}" presName="Name8" presStyleCnt="0"/>
      <dgm:spPr/>
    </dgm:pt>
    <dgm:pt modelId="{13E52E1D-F5DA-49DF-817D-E628D3F481C4}" type="pres">
      <dgm:prSet presAssocID="{968F4057-AAE4-41AE-955F-FDBE5821D922}" presName="level" presStyleLbl="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0E05B3C9-2ED2-4708-9633-33E991ADF0DE}" type="pres">
      <dgm:prSet presAssocID="{968F4057-AAE4-41AE-955F-FDBE5821D922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4A2802C-7F04-45F2-9473-B386CA676C87}" type="pres">
      <dgm:prSet presAssocID="{5F0A4C81-DF61-4B58-8C90-7DFFEB58A74F}" presName="Name8" presStyleCnt="0"/>
      <dgm:spPr/>
    </dgm:pt>
    <dgm:pt modelId="{C322A5A9-947A-43A1-82D8-194BD2BA4246}" type="pres">
      <dgm:prSet presAssocID="{5F0A4C81-DF61-4B58-8C90-7DFFEB58A74F}" presName="level" presStyleLbl="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8B539A8B-3664-4492-81E9-9E64CF2A1998}" type="pres">
      <dgm:prSet presAssocID="{5F0A4C81-DF61-4B58-8C90-7DFFEB58A74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47D49D45-E2E4-4E84-8DF0-144F6F2AAE44}" type="pres">
      <dgm:prSet presAssocID="{BAB9CF25-B930-4A5C-9824-35DBFCD09781}" presName="Name8" presStyleCnt="0"/>
      <dgm:spPr/>
    </dgm:pt>
    <dgm:pt modelId="{66D3CA2F-1BFA-42C1-A938-B7571E249809}" type="pres">
      <dgm:prSet presAssocID="{BAB9CF25-B930-4A5C-9824-35DBFCD09781}" presName="level" presStyleLbl="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3869635-9088-428C-9A2C-D31A7AC76330}" type="pres">
      <dgm:prSet presAssocID="{BAB9CF25-B930-4A5C-9824-35DBFCD09781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s-MX"/>
        </a:p>
      </dgm:t>
    </dgm:pt>
  </dgm:ptLst>
  <dgm:cxnLst>
    <dgm:cxn modelId="{AA889C8E-A0C1-4F93-9106-138D727736C0}" type="presOf" srcId="{DCF9999D-8F50-4115-8A35-27FD5021DED0}" destId="{A7891F6C-321A-412A-988C-3F2EFDFC63DE}" srcOrd="0" destOrd="0" presId="urn:microsoft.com/office/officeart/2005/8/layout/pyramid1"/>
    <dgm:cxn modelId="{060F3693-F80E-4639-A18B-A4E618CAB40C}" srcId="{DCF9999D-8F50-4115-8A35-27FD5021DED0}" destId="{3C02B3F5-AF95-4A93-B4EC-620972A56717}" srcOrd="0" destOrd="0" parTransId="{8245CE6E-A103-46B1-AEEB-EEB3EB12DE47}" sibTransId="{B3451074-5AD8-4D7B-901C-2A1DE3CD520A}"/>
    <dgm:cxn modelId="{695A3E0D-9CE4-4F36-A922-0B3C34DA10E0}" type="presOf" srcId="{31535046-1A60-414C-949F-793FFAE6795E}" destId="{CD0ACCF6-FEA4-4E64-B6D4-5E68A80BC2BB}" srcOrd="0" destOrd="0" presId="urn:microsoft.com/office/officeart/2005/8/layout/pyramid1"/>
    <dgm:cxn modelId="{542A92FA-B456-4EF3-98A1-D32261934888}" type="presOf" srcId="{3C02B3F5-AF95-4A93-B4EC-620972A56717}" destId="{D35F3287-6F6B-4B96-A2F5-B2A6012A195F}" srcOrd="0" destOrd="0" presId="urn:microsoft.com/office/officeart/2005/8/layout/pyramid1"/>
    <dgm:cxn modelId="{4968A8AE-0ACE-43C6-AB7A-CBB79AC00EB1}" srcId="{DCF9999D-8F50-4115-8A35-27FD5021DED0}" destId="{8A890437-F4FF-41F0-ADF8-F900EADA8E97}" srcOrd="1" destOrd="0" parTransId="{DC1D566D-7A59-4E0C-9678-62EE4741B173}" sibTransId="{5F7A6A6A-5DD7-42B5-9064-97516999758E}"/>
    <dgm:cxn modelId="{18E4B65C-6293-4F97-B629-80897AF734F3}" type="presOf" srcId="{8A890437-F4FF-41F0-ADF8-F900EADA8E97}" destId="{D46FEB50-854E-4E6F-B83A-1F67E4913B1C}" srcOrd="1" destOrd="0" presId="urn:microsoft.com/office/officeart/2005/8/layout/pyramid1"/>
    <dgm:cxn modelId="{BE4FAD6A-68D4-4109-8F76-18431E8F857E}" type="presOf" srcId="{BAB9CF25-B930-4A5C-9824-35DBFCD09781}" destId="{E3869635-9088-428C-9A2C-D31A7AC76330}" srcOrd="1" destOrd="0" presId="urn:microsoft.com/office/officeart/2005/8/layout/pyramid1"/>
    <dgm:cxn modelId="{3876E36A-F3F2-4611-B9CA-860CACA3619F}" type="presOf" srcId="{31535046-1A60-414C-949F-793FFAE6795E}" destId="{2F06EC7A-A7BC-4CF6-B512-9318FF5323BC}" srcOrd="1" destOrd="0" presId="urn:microsoft.com/office/officeart/2005/8/layout/pyramid1"/>
    <dgm:cxn modelId="{CA746BE3-747B-4BAE-A06A-92BEA0B4D0A5}" srcId="{DCF9999D-8F50-4115-8A35-27FD5021DED0}" destId="{31535046-1A60-414C-949F-793FFAE6795E}" srcOrd="2" destOrd="0" parTransId="{B19E7C5D-CE51-4370-A434-80678AF01891}" sibTransId="{0BADFF60-D9A8-419D-99FD-14002ADDB2DC}"/>
    <dgm:cxn modelId="{C6277BC0-718B-4C5C-87CD-619A58912060}" type="presOf" srcId="{3C02B3F5-AF95-4A93-B4EC-620972A56717}" destId="{A4D65BB8-77B0-44C5-892D-12825F748E98}" srcOrd="1" destOrd="0" presId="urn:microsoft.com/office/officeart/2005/8/layout/pyramid1"/>
    <dgm:cxn modelId="{75768292-C840-48C7-97E1-786523A8C5EF}" type="presOf" srcId="{8A890437-F4FF-41F0-ADF8-F900EADA8E97}" destId="{EA7E1869-AC6F-4D7C-8EBE-E93A117DEE3B}" srcOrd="0" destOrd="0" presId="urn:microsoft.com/office/officeart/2005/8/layout/pyramid1"/>
    <dgm:cxn modelId="{3838B912-4817-41D9-AE39-5AD2E5E7D171}" srcId="{DCF9999D-8F50-4115-8A35-27FD5021DED0}" destId="{968F4057-AAE4-41AE-955F-FDBE5821D922}" srcOrd="3" destOrd="0" parTransId="{0B0A4430-6073-42C6-9CCD-EA91DF1FE5FA}" sibTransId="{281D82A7-0430-4007-A346-956F3619E040}"/>
    <dgm:cxn modelId="{561A0F27-6C18-4283-BB6A-F0172CA54306}" srcId="{DCF9999D-8F50-4115-8A35-27FD5021DED0}" destId="{5F0A4C81-DF61-4B58-8C90-7DFFEB58A74F}" srcOrd="4" destOrd="0" parTransId="{D6FDCBF2-41FD-4CEC-AE99-020A8BC3D3D2}" sibTransId="{C4250E1A-EBFA-4EFD-BE9A-A91BC43F49A3}"/>
    <dgm:cxn modelId="{F9CBE953-13A2-4C23-97F6-11B5B7B2BF56}" type="presOf" srcId="{BAB9CF25-B930-4A5C-9824-35DBFCD09781}" destId="{66D3CA2F-1BFA-42C1-A938-B7571E249809}" srcOrd="0" destOrd="0" presId="urn:microsoft.com/office/officeart/2005/8/layout/pyramid1"/>
    <dgm:cxn modelId="{126B92D0-E02B-4E46-AEA9-A0AB2F374044}" srcId="{DCF9999D-8F50-4115-8A35-27FD5021DED0}" destId="{BAB9CF25-B930-4A5C-9824-35DBFCD09781}" srcOrd="5" destOrd="0" parTransId="{A59F2E68-51D3-48C3-9778-12515D6F10C0}" sibTransId="{856C2433-4712-47FB-B395-9B71750587FB}"/>
    <dgm:cxn modelId="{870B79C3-1943-4EFC-AF92-3D60E7FA2114}" type="presOf" srcId="{5F0A4C81-DF61-4B58-8C90-7DFFEB58A74F}" destId="{C322A5A9-947A-43A1-82D8-194BD2BA4246}" srcOrd="0" destOrd="0" presId="urn:microsoft.com/office/officeart/2005/8/layout/pyramid1"/>
    <dgm:cxn modelId="{A997168B-3C99-4420-8128-5DD5614475A0}" type="presOf" srcId="{968F4057-AAE4-41AE-955F-FDBE5821D922}" destId="{0E05B3C9-2ED2-4708-9633-33E991ADF0DE}" srcOrd="1" destOrd="0" presId="urn:microsoft.com/office/officeart/2005/8/layout/pyramid1"/>
    <dgm:cxn modelId="{0253A7E7-3686-4139-8F93-11A3653178B7}" type="presOf" srcId="{5F0A4C81-DF61-4B58-8C90-7DFFEB58A74F}" destId="{8B539A8B-3664-4492-81E9-9E64CF2A1998}" srcOrd="1" destOrd="0" presId="urn:microsoft.com/office/officeart/2005/8/layout/pyramid1"/>
    <dgm:cxn modelId="{B46FE3F4-D1E5-4DCA-8677-AB591F072690}" type="presOf" srcId="{968F4057-AAE4-41AE-955F-FDBE5821D922}" destId="{13E52E1D-F5DA-49DF-817D-E628D3F481C4}" srcOrd="0" destOrd="0" presId="urn:microsoft.com/office/officeart/2005/8/layout/pyramid1"/>
    <dgm:cxn modelId="{DE21A5D8-610E-4CFE-B2C4-9AC1872B7051}" type="presParOf" srcId="{A7891F6C-321A-412A-988C-3F2EFDFC63DE}" destId="{8388B2ED-6F37-415B-A6BD-8C97421C316D}" srcOrd="0" destOrd="0" presId="urn:microsoft.com/office/officeart/2005/8/layout/pyramid1"/>
    <dgm:cxn modelId="{4E7A0132-0DE8-4FD6-94B5-195415FE07A5}" type="presParOf" srcId="{8388B2ED-6F37-415B-A6BD-8C97421C316D}" destId="{D35F3287-6F6B-4B96-A2F5-B2A6012A195F}" srcOrd="0" destOrd="0" presId="urn:microsoft.com/office/officeart/2005/8/layout/pyramid1"/>
    <dgm:cxn modelId="{E84F2488-5472-4642-9153-0BC6E82C05BA}" type="presParOf" srcId="{8388B2ED-6F37-415B-A6BD-8C97421C316D}" destId="{A4D65BB8-77B0-44C5-892D-12825F748E98}" srcOrd="1" destOrd="0" presId="urn:microsoft.com/office/officeart/2005/8/layout/pyramid1"/>
    <dgm:cxn modelId="{7BD7040A-CFB7-425B-B250-77A9D929EED4}" type="presParOf" srcId="{A7891F6C-321A-412A-988C-3F2EFDFC63DE}" destId="{59911A49-82B3-4EEA-A3E5-FA009D9A0189}" srcOrd="1" destOrd="0" presId="urn:microsoft.com/office/officeart/2005/8/layout/pyramid1"/>
    <dgm:cxn modelId="{DAD0D1D8-6047-4B53-8E33-32A2C87B103F}" type="presParOf" srcId="{59911A49-82B3-4EEA-A3E5-FA009D9A0189}" destId="{EA7E1869-AC6F-4D7C-8EBE-E93A117DEE3B}" srcOrd="0" destOrd="0" presId="urn:microsoft.com/office/officeart/2005/8/layout/pyramid1"/>
    <dgm:cxn modelId="{EAEC95C0-F6C9-4DFB-99AA-6794A31E234F}" type="presParOf" srcId="{59911A49-82B3-4EEA-A3E5-FA009D9A0189}" destId="{D46FEB50-854E-4E6F-B83A-1F67E4913B1C}" srcOrd="1" destOrd="0" presId="urn:microsoft.com/office/officeart/2005/8/layout/pyramid1"/>
    <dgm:cxn modelId="{00155B0C-CFF1-42F7-B38C-C73A0B70B9A4}" type="presParOf" srcId="{A7891F6C-321A-412A-988C-3F2EFDFC63DE}" destId="{DFF0423A-6718-4C6A-A302-1A0C5D582395}" srcOrd="2" destOrd="0" presId="urn:microsoft.com/office/officeart/2005/8/layout/pyramid1"/>
    <dgm:cxn modelId="{611C9F16-7F15-4182-B6C7-16B5F34F093A}" type="presParOf" srcId="{DFF0423A-6718-4C6A-A302-1A0C5D582395}" destId="{CD0ACCF6-FEA4-4E64-B6D4-5E68A80BC2BB}" srcOrd="0" destOrd="0" presId="urn:microsoft.com/office/officeart/2005/8/layout/pyramid1"/>
    <dgm:cxn modelId="{DDFE845A-D4BD-4FE9-8B79-809D0AA3F4BB}" type="presParOf" srcId="{DFF0423A-6718-4C6A-A302-1A0C5D582395}" destId="{2F06EC7A-A7BC-4CF6-B512-9318FF5323BC}" srcOrd="1" destOrd="0" presId="urn:microsoft.com/office/officeart/2005/8/layout/pyramid1"/>
    <dgm:cxn modelId="{81E97CAF-2C53-4D69-96B5-145584627716}" type="presParOf" srcId="{A7891F6C-321A-412A-988C-3F2EFDFC63DE}" destId="{0A641585-378B-4692-A9D6-898790ABBA37}" srcOrd="3" destOrd="0" presId="urn:microsoft.com/office/officeart/2005/8/layout/pyramid1"/>
    <dgm:cxn modelId="{9AD8D6DD-E585-40F8-B30C-61F8EEFAB5D4}" type="presParOf" srcId="{0A641585-378B-4692-A9D6-898790ABBA37}" destId="{13E52E1D-F5DA-49DF-817D-E628D3F481C4}" srcOrd="0" destOrd="0" presId="urn:microsoft.com/office/officeart/2005/8/layout/pyramid1"/>
    <dgm:cxn modelId="{68DBE857-3081-47AE-9421-82B4C8A0133F}" type="presParOf" srcId="{0A641585-378B-4692-A9D6-898790ABBA37}" destId="{0E05B3C9-2ED2-4708-9633-33E991ADF0DE}" srcOrd="1" destOrd="0" presId="urn:microsoft.com/office/officeart/2005/8/layout/pyramid1"/>
    <dgm:cxn modelId="{04EBDB11-0289-467A-B3E7-0033872AF904}" type="presParOf" srcId="{A7891F6C-321A-412A-988C-3F2EFDFC63DE}" destId="{24A2802C-7F04-45F2-9473-B386CA676C87}" srcOrd="4" destOrd="0" presId="urn:microsoft.com/office/officeart/2005/8/layout/pyramid1"/>
    <dgm:cxn modelId="{1938B6D7-4154-45FD-9E54-18352F34629E}" type="presParOf" srcId="{24A2802C-7F04-45F2-9473-B386CA676C87}" destId="{C322A5A9-947A-43A1-82D8-194BD2BA4246}" srcOrd="0" destOrd="0" presId="urn:microsoft.com/office/officeart/2005/8/layout/pyramid1"/>
    <dgm:cxn modelId="{E6DCF227-77D6-4B15-8CCD-1A6DDFFEF7B0}" type="presParOf" srcId="{24A2802C-7F04-45F2-9473-B386CA676C87}" destId="{8B539A8B-3664-4492-81E9-9E64CF2A1998}" srcOrd="1" destOrd="0" presId="urn:microsoft.com/office/officeart/2005/8/layout/pyramid1"/>
    <dgm:cxn modelId="{BDE8CBD5-BE22-4886-8211-F3BD0B68F412}" type="presParOf" srcId="{A7891F6C-321A-412A-988C-3F2EFDFC63DE}" destId="{47D49D45-E2E4-4E84-8DF0-144F6F2AAE44}" srcOrd="5" destOrd="0" presId="urn:microsoft.com/office/officeart/2005/8/layout/pyramid1"/>
    <dgm:cxn modelId="{420CE2BB-C876-48CF-8C69-DD9BD496A01B}" type="presParOf" srcId="{47D49D45-E2E4-4E84-8DF0-144F6F2AAE44}" destId="{66D3CA2F-1BFA-42C1-A938-B7571E249809}" srcOrd="0" destOrd="0" presId="urn:microsoft.com/office/officeart/2005/8/layout/pyramid1"/>
    <dgm:cxn modelId="{FF5566CD-3BA2-4688-A269-43D26466C83D}" type="presParOf" srcId="{47D49D45-E2E4-4E84-8DF0-144F6F2AAE44}" destId="{E3869635-9088-428C-9A2C-D31A7AC76330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12/04/2026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Introducción a 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  <a:latin typeface="Consolas" panose="020B0609020204030204" pitchFamily="49" charset="0"/>
              </a:rPr>
              <a:t>Sesión </a:t>
            </a:r>
            <a:r>
              <a:rPr lang="es-MX" dirty="0" smtClean="0">
                <a:solidFill>
                  <a:schemeClr val="bg2"/>
                </a:solidFill>
                <a:latin typeface="Consolas" panose="020B0609020204030204" pitchFamily="49" charset="0"/>
              </a:rPr>
              <a:t>3</a:t>
            </a:r>
            <a:endParaRPr lang="es-MX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>
                <a:latin typeface="Consolas" panose="020B0609020204030204" pitchFamily="49" charset="0"/>
              </a:rPr>
              <a:t>Recap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092325"/>
            <a:ext cx="11087100" cy="4351338"/>
          </a:xfrm>
        </p:spPr>
        <p:txBody>
          <a:bodyPr/>
          <a:lstStyle/>
          <a:p>
            <a:r>
              <a:rPr lang="es-MX" dirty="0" err="1" smtClean="0">
                <a:latin typeface="Consolas" panose="020B0609020204030204" pitchFamily="49" charset="0"/>
              </a:rPr>
              <a:t>Joins</a:t>
            </a:r>
            <a:r>
              <a:rPr lang="es-MX" dirty="0" smtClean="0">
                <a:latin typeface="Consolas" panose="020B0609020204030204" pitchFamily="49" charset="0"/>
              </a:rPr>
              <a:t> y </a:t>
            </a:r>
            <a:r>
              <a:rPr lang="es-MX" dirty="0" err="1" smtClean="0">
                <a:latin typeface="Consolas" panose="020B0609020204030204" pitchFamily="49" charset="0"/>
              </a:rPr>
              <a:t>pivot</a:t>
            </a:r>
            <a:endParaRPr lang="es-MX" dirty="0">
              <a:latin typeface="Consolas" panose="020B0609020204030204" pitchFamily="49" charset="0"/>
            </a:endParaRPr>
          </a:p>
          <a:p>
            <a:pPr lvl="1"/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Fundamentos de uniones: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left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,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right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, anti,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semi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. Columnas clave y valores repetidos.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Pivoteo: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pivot_wider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(),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pivot_longer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()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Loops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 con </a:t>
            </a:r>
            <a:r>
              <a:rPr lang="es-MX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for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()</a:t>
            </a:r>
            <a:endParaRPr lang="es-MX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Agrupaciones: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groupby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()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summarize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Flujos de datos con múltiples fuentes (accidentes y lluvias)</a:t>
            </a:r>
            <a:endParaRPr lang="es-MX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2"/>
            <a:endParaRPr lang="es-MX" b="1" dirty="0">
              <a:solidFill>
                <a:schemeClr val="accent3"/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 flipH="1">
            <a:off x="10158821" y="5144901"/>
            <a:ext cx="2033179" cy="1630683"/>
            <a:chOff x="0" y="5183001"/>
            <a:chExt cx="2033179" cy="1630683"/>
          </a:xfrm>
        </p:grpSpPr>
        <p:sp>
          <p:nvSpPr>
            <p:cNvPr id="9" name="Forma libre 8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703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Objetivos del día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Visualización de datos</a:t>
            </a:r>
            <a:endParaRPr lang="es-MX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Funciones base</a:t>
            </a: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Ggplot</a:t>
            </a:r>
            <a:r>
              <a:rPr lang="es-MX" sz="1800" dirty="0" smtClean="0">
                <a:latin typeface="Consolas" panose="020B0609020204030204" pitchFamily="49" charset="0"/>
              </a:rPr>
              <a:t>()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EDA</a:t>
            </a:r>
            <a:endParaRPr lang="es-MX" sz="20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Histogramas</a:t>
            </a: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Scatterplots</a:t>
            </a:r>
            <a:endParaRPr lang="es-MX" sz="1800" dirty="0" smtClean="0">
              <a:latin typeface="Consolas" panose="020B0609020204030204" pitchFamily="49" charset="0"/>
            </a:endParaRP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Boxplots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Presentación</a:t>
            </a:r>
            <a:endParaRPr lang="es-MX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Ggplot</a:t>
            </a:r>
            <a:r>
              <a:rPr lang="es-MX" sz="1800" dirty="0" smtClean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Gramática de visualización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Capas y componentes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Temas y funciones adicionales</a:t>
            </a:r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443090" y="1927205"/>
            <a:ext cx="3848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tendrás disponible un catálogo de funciones de visualización exploratoria y los fundamentos para comenzar a construir visualizaciones de impacto</a:t>
            </a: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EDA vs. </a:t>
            </a:r>
            <a:r>
              <a:rPr lang="es-MX" i="1" dirty="0" err="1" smtClean="0">
                <a:latin typeface="Consolas" panose="020B0609020204030204" pitchFamily="49" charset="0"/>
              </a:rPr>
              <a:t>Storytelling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86" y="2316763"/>
            <a:ext cx="4513355" cy="287151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172" y="2316763"/>
            <a:ext cx="4085969" cy="286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4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78E05F-8E83-BBB4-A381-2A742A86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70" y="457200"/>
            <a:ext cx="3932237" cy="605481"/>
          </a:xfrm>
        </p:spPr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Ggplot2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1D49E75-95E0-382E-CBD0-DB668CB24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050" y="1280479"/>
            <a:ext cx="5699013" cy="478378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Grammar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 of </a:t>
            </a:r>
            <a:r>
              <a:rPr lang="es-ES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graphics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s-ES" i="1" dirty="0" smtClean="0">
                <a:latin typeface="Consolas" panose="020B0609020204030204" pitchFamily="49" charset="0"/>
              </a:rPr>
              <a:t>(</a:t>
            </a:r>
            <a:r>
              <a:rPr lang="es-ES" dirty="0" err="1" smtClean="0">
                <a:latin typeface="Consolas" panose="020B0609020204030204" pitchFamily="49" charset="0"/>
              </a:rPr>
              <a:t>Wilkinson</a:t>
            </a:r>
            <a:r>
              <a:rPr lang="es-ES" dirty="0" smtClean="0">
                <a:latin typeface="Consolas" panose="020B0609020204030204" pitchFamily="49" charset="0"/>
              </a:rPr>
              <a:t>). “Toda gráfica se puede construir de 3 componentes: datos, un sistema de coordenadas y geometrías que lo represente”.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i="1" dirty="0" err="1" smtClean="0">
                <a:latin typeface="Consolas" panose="020B0609020204030204" pitchFamily="49" charset="0"/>
              </a:rPr>
              <a:t>Ggplot</a:t>
            </a:r>
            <a:r>
              <a:rPr lang="es-ES" i="1" dirty="0" smtClean="0">
                <a:latin typeface="Consolas" panose="020B0609020204030204" pitchFamily="49" charset="0"/>
              </a:rPr>
              <a:t>: </a:t>
            </a:r>
            <a:r>
              <a:rPr lang="es-ES" dirty="0" smtClean="0">
                <a:latin typeface="Consolas" panose="020B0609020204030204" pitchFamily="49" charset="0"/>
              </a:rPr>
              <a:t>Implementación de esa filosofía desarrollada por </a:t>
            </a:r>
            <a:r>
              <a:rPr lang="es-ES" dirty="0" err="1" smtClean="0">
                <a:latin typeface="Consolas" panose="020B0609020204030204" pitchFamily="49" charset="0"/>
              </a:rPr>
              <a:t>Wickham</a:t>
            </a:r>
            <a:r>
              <a:rPr lang="es-ES" dirty="0" smtClean="0">
                <a:latin typeface="Consolas" panose="020B0609020204030204" pitchFamily="49" charset="0"/>
              </a:rPr>
              <a:t>. </a:t>
            </a:r>
            <a:endParaRPr lang="es-ES" i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latin typeface="Consolas" panose="020B0609020204030204" pitchFamily="49" charset="0"/>
              </a:rPr>
              <a:t>Lógica de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capas</a:t>
            </a:r>
            <a:r>
              <a:rPr lang="es-ES" dirty="0" smtClean="0">
                <a:latin typeface="Consolas" panose="020B0609020204030204" pitchFamily="49" charset="0"/>
              </a:rPr>
              <a:t>.</a:t>
            </a:r>
            <a:endParaRPr lang="es-ES" dirty="0">
              <a:latin typeface="Consolas" panose="020B0609020204030204" pitchFamily="49" charset="0"/>
            </a:endParaRP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487868384"/>
              </p:ext>
            </p:extLst>
          </p:nvPr>
        </p:nvGraphicFramePr>
        <p:xfrm>
          <a:off x="6278799" y="2831715"/>
          <a:ext cx="5461885" cy="3638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Conector recto de flecha 8"/>
          <p:cNvCxnSpPr/>
          <p:nvPr/>
        </p:nvCxnSpPr>
        <p:spPr>
          <a:xfrm flipH="1">
            <a:off x="5784138" y="6204685"/>
            <a:ext cx="709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xmlns="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2407214" y="6073239"/>
            <a:ext cx="3425017" cy="2913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Información que quiero representar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Conector recto de flecha 10"/>
          <p:cNvCxnSpPr/>
          <p:nvPr/>
        </p:nvCxnSpPr>
        <p:spPr>
          <a:xfrm flipH="1">
            <a:off x="6299411" y="5562756"/>
            <a:ext cx="6595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xmlns="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3487438" y="5446691"/>
            <a:ext cx="3260261" cy="29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Mapeo visual de las variables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Conector recto de flecha 12"/>
          <p:cNvCxnSpPr/>
          <p:nvPr/>
        </p:nvCxnSpPr>
        <p:spPr>
          <a:xfrm flipH="1" flipV="1">
            <a:off x="6958960" y="4962022"/>
            <a:ext cx="480919" cy="1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xmlns="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3847106" y="4834373"/>
            <a:ext cx="3260261" cy="29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Qué tipo de gráfico se dibuja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Conector recto de flecha 14"/>
          <p:cNvCxnSpPr/>
          <p:nvPr/>
        </p:nvCxnSpPr>
        <p:spPr>
          <a:xfrm flipH="1">
            <a:off x="7439880" y="4347555"/>
            <a:ext cx="416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xmlns="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4235723" y="4251698"/>
            <a:ext cx="3260261" cy="2913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Cómo se traducen los valores (tamaño, ejes, colores)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Conector recto de flecha 16"/>
          <p:cNvCxnSpPr/>
          <p:nvPr/>
        </p:nvCxnSpPr>
        <p:spPr>
          <a:xfrm flipH="1">
            <a:off x="8044465" y="3781148"/>
            <a:ext cx="261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3">
            <a:extLst>
              <a:ext uri="{FF2B5EF4-FFF2-40B4-BE49-F238E27FC236}">
                <a16:creationId xmlns:a16="http://schemas.microsoft.com/office/drawing/2014/main" xmlns="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6005943" y="3654730"/>
            <a:ext cx="2087916" cy="29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División del gráfico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Conector recto de flecha 22"/>
          <p:cNvCxnSpPr/>
          <p:nvPr/>
        </p:nvCxnSpPr>
        <p:spPr>
          <a:xfrm flipH="1">
            <a:off x="8542086" y="3152288"/>
            <a:ext cx="261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3">
            <a:extLst>
              <a:ext uri="{FF2B5EF4-FFF2-40B4-BE49-F238E27FC236}">
                <a16:creationId xmlns:a16="http://schemas.microsoft.com/office/drawing/2014/main" xmlns="" id="{21D49E75-95E0-382E-CBD0-DB668CB24802}"/>
              </a:ext>
            </a:extLst>
          </p:cNvPr>
          <p:cNvSpPr txBox="1">
            <a:spLocks/>
          </p:cNvSpPr>
          <p:nvPr/>
        </p:nvSpPr>
        <p:spPr>
          <a:xfrm>
            <a:off x="6814682" y="3031013"/>
            <a:ext cx="2087916" cy="29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b="1" dirty="0" smtClean="0">
                <a:solidFill>
                  <a:srgbClr val="F2F2F2"/>
                </a:solidFill>
                <a:latin typeface="Consolas" panose="020B0609020204030204" pitchFamily="49" charset="0"/>
              </a:rPr>
              <a:t>Estilo visual</a:t>
            </a:r>
            <a:endParaRPr lang="es-ES" sz="1000" dirty="0">
              <a:solidFill>
                <a:srgbClr val="F2F2F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01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10" grpId="0"/>
      <p:bldP spid="12" grpId="0"/>
      <p:bldP spid="14" grpId="0"/>
      <p:bldP spid="16" grpId="0"/>
      <p:bldP spid="18" grpId="0"/>
      <p:bldP spid="24" grpId="0"/>
    </p:bld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194</Words>
  <Application>Microsoft Office PowerPoint</Application>
  <PresentationFormat>Panorámica</PresentationFormat>
  <Paragraphs>43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Tema de Office</vt:lpstr>
      <vt:lpstr>Introducción a R</vt:lpstr>
      <vt:lpstr>Recap</vt:lpstr>
      <vt:lpstr>Objetivos del día</vt:lpstr>
      <vt:lpstr>EDA vs. Storytelling</vt:lpstr>
      <vt:lpstr>Ggplot2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user</cp:lastModifiedBy>
  <cp:revision>41</cp:revision>
  <dcterms:created xsi:type="dcterms:W3CDTF">2025-12-13T08:20:06Z</dcterms:created>
  <dcterms:modified xsi:type="dcterms:W3CDTF">2026-04-12T15:28:42Z</dcterms:modified>
</cp:coreProperties>
</file>