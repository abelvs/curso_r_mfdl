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70" r:id="rId5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8DD6"/>
    <a:srgbClr val="FDFDFD"/>
    <a:srgbClr val="F2F2F2"/>
    <a:srgbClr val="B08F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4EF0E6-F0A3-4FCC-B45A-63FF8CE11670}" v="231" dt="2026-03-22T08:37:01.0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09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6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el Vicencio" userId="45df5259ba3d81bd" providerId="LiveId" clId="{4EA767F8-A001-4D45-8B6D-690C8390DCD5}"/>
    <pc:docChg chg="delSld modSld">
      <pc:chgData name="Abel Vicencio" userId="45df5259ba3d81bd" providerId="LiveId" clId="{4EA767F8-A001-4D45-8B6D-690C8390DCD5}" dt="2026-03-22T08:37:23.988" v="246" actId="47"/>
      <pc:docMkLst>
        <pc:docMk/>
      </pc:docMkLst>
      <pc:sldChg chg="modSp mod modAnim">
        <pc:chgData name="Abel Vicencio" userId="45df5259ba3d81bd" providerId="LiveId" clId="{4EA767F8-A001-4D45-8B6D-690C8390DCD5}" dt="2026-03-14T08:45:52.734" v="77" actId="20577"/>
        <pc:sldMkLst>
          <pc:docMk/>
          <pc:sldMk cId="1837039480" sldId="259"/>
        </pc:sldMkLst>
        <pc:spChg chg="mod">
          <ac:chgData name="Abel Vicencio" userId="45df5259ba3d81bd" providerId="LiveId" clId="{4EA767F8-A001-4D45-8B6D-690C8390DCD5}" dt="2026-03-14T08:45:09.474" v="12" actId="20577"/>
          <ac:spMkLst>
            <pc:docMk/>
            <pc:sldMk cId="1837039480" sldId="259"/>
            <ac:spMk id="2" creationId="{00000000-0000-0000-0000-000000000000}"/>
          </ac:spMkLst>
        </pc:spChg>
        <pc:spChg chg="mod">
          <ac:chgData name="Abel Vicencio" userId="45df5259ba3d81bd" providerId="LiveId" clId="{4EA767F8-A001-4D45-8B6D-690C8390DCD5}" dt="2026-03-14T08:45:52.734" v="77" actId="20577"/>
          <ac:spMkLst>
            <pc:docMk/>
            <pc:sldMk cId="1837039480" sldId="259"/>
            <ac:spMk id="3" creationId="{00000000-0000-0000-0000-000000000000}"/>
          </ac:spMkLst>
        </pc:spChg>
      </pc:sldChg>
      <pc:sldChg chg="modSp mod modAnim">
        <pc:chgData name="Abel Vicencio" userId="45df5259ba3d81bd" providerId="LiveId" clId="{4EA767F8-A001-4D45-8B6D-690C8390DCD5}" dt="2026-03-22T08:37:04.214" v="244" actId="1076"/>
        <pc:sldMkLst>
          <pc:docMk/>
          <pc:sldMk cId="861512139" sldId="260"/>
        </pc:sldMkLst>
        <pc:spChg chg="mod">
          <ac:chgData name="Abel Vicencio" userId="45df5259ba3d81bd" providerId="LiveId" clId="{4EA767F8-A001-4D45-8B6D-690C8390DCD5}" dt="2026-03-22T08:36:08.560" v="116" actId="20577"/>
          <ac:spMkLst>
            <pc:docMk/>
            <pc:sldMk cId="861512139" sldId="260"/>
            <ac:spMk id="3" creationId="{00000000-0000-0000-0000-000000000000}"/>
          </ac:spMkLst>
        </pc:spChg>
        <pc:spChg chg="mod">
          <ac:chgData name="Abel Vicencio" userId="45df5259ba3d81bd" providerId="LiveId" clId="{4EA767F8-A001-4D45-8B6D-690C8390DCD5}" dt="2026-03-22T08:37:04.214" v="244" actId="1076"/>
          <ac:spMkLst>
            <pc:docMk/>
            <pc:sldMk cId="861512139" sldId="260"/>
            <ac:spMk id="5" creationId="{00000000-0000-0000-0000-000000000000}"/>
          </ac:spMkLst>
        </pc:spChg>
      </pc:sldChg>
      <pc:sldChg chg="del">
        <pc:chgData name="Abel Vicencio" userId="45df5259ba3d81bd" providerId="LiveId" clId="{4EA767F8-A001-4D45-8B6D-690C8390DCD5}" dt="2026-03-22T08:37:19.701" v="245" actId="47"/>
        <pc:sldMkLst>
          <pc:docMk/>
          <pc:sldMk cId="1167737588" sldId="262"/>
        </pc:sldMkLst>
      </pc:sldChg>
      <pc:sldChg chg="del">
        <pc:chgData name="Abel Vicencio" userId="45df5259ba3d81bd" providerId="LiveId" clId="{4EA767F8-A001-4D45-8B6D-690C8390DCD5}" dt="2026-03-22T08:37:23.988" v="246" actId="47"/>
        <pc:sldMkLst>
          <pc:docMk/>
          <pc:sldMk cId="3983616872" sldId="269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CF9999D-8F50-4115-8A35-27FD5021DED0}" type="doc">
      <dgm:prSet loTypeId="urn:microsoft.com/office/officeart/2005/8/layout/pyramid1" loCatId="pyramid" qsTypeId="urn:microsoft.com/office/officeart/2005/8/quickstyle/simple1" qsCatId="simple" csTypeId="urn:microsoft.com/office/officeart/2005/8/colors/colorful1" csCatId="colorful" phldr="1"/>
      <dgm:spPr/>
    </dgm:pt>
    <dgm:pt modelId="{3C02B3F5-AF95-4A93-B4EC-620972A56717}">
      <dgm:prSet phldrT="[Texto]" custT="1"/>
      <dgm:spPr/>
      <dgm:t>
        <a:bodyPr/>
        <a:lstStyle/>
        <a:p>
          <a:r>
            <a:rPr lang="es-MX" sz="1100" dirty="0" smtClean="0"/>
            <a:t>Temas</a:t>
          </a:r>
          <a:endParaRPr lang="es-MX" sz="1400" dirty="0"/>
        </a:p>
      </dgm:t>
    </dgm:pt>
    <dgm:pt modelId="{8245CE6E-A103-46B1-AEEB-EEB3EB12DE47}" type="parTrans" cxnId="{060F3693-F80E-4639-A18B-A4E618CAB40C}">
      <dgm:prSet/>
      <dgm:spPr/>
      <dgm:t>
        <a:bodyPr/>
        <a:lstStyle/>
        <a:p>
          <a:endParaRPr lang="es-MX"/>
        </a:p>
      </dgm:t>
    </dgm:pt>
    <dgm:pt modelId="{B3451074-5AD8-4D7B-901C-2A1DE3CD520A}" type="sibTrans" cxnId="{060F3693-F80E-4639-A18B-A4E618CAB40C}">
      <dgm:prSet/>
      <dgm:spPr/>
      <dgm:t>
        <a:bodyPr/>
        <a:lstStyle/>
        <a:p>
          <a:endParaRPr lang="es-MX"/>
        </a:p>
      </dgm:t>
    </dgm:pt>
    <dgm:pt modelId="{8A890437-F4FF-41F0-ADF8-F900EADA8E97}">
      <dgm:prSet phldrT="[Texto]"/>
      <dgm:spPr/>
      <dgm:t>
        <a:bodyPr/>
        <a:lstStyle/>
        <a:p>
          <a:r>
            <a:rPr lang="es-MX" dirty="0" smtClean="0"/>
            <a:t>Facetas</a:t>
          </a:r>
          <a:endParaRPr lang="es-MX" dirty="0"/>
        </a:p>
      </dgm:t>
    </dgm:pt>
    <dgm:pt modelId="{DC1D566D-7A59-4E0C-9678-62EE4741B173}" type="parTrans" cxnId="{4968A8AE-0ACE-43C6-AB7A-CBB79AC00EB1}">
      <dgm:prSet/>
      <dgm:spPr/>
      <dgm:t>
        <a:bodyPr/>
        <a:lstStyle/>
        <a:p>
          <a:endParaRPr lang="es-MX"/>
        </a:p>
      </dgm:t>
    </dgm:pt>
    <dgm:pt modelId="{5F7A6A6A-5DD7-42B5-9064-97516999758E}" type="sibTrans" cxnId="{4968A8AE-0ACE-43C6-AB7A-CBB79AC00EB1}">
      <dgm:prSet/>
      <dgm:spPr/>
      <dgm:t>
        <a:bodyPr/>
        <a:lstStyle/>
        <a:p>
          <a:endParaRPr lang="es-MX"/>
        </a:p>
      </dgm:t>
    </dgm:pt>
    <dgm:pt modelId="{BAB9CF25-B930-4A5C-9824-35DBFCD09781}">
      <dgm:prSet phldrT="[Texto]"/>
      <dgm:spPr/>
      <dgm:t>
        <a:bodyPr/>
        <a:lstStyle/>
        <a:p>
          <a:r>
            <a:rPr lang="es-MX" dirty="0" smtClean="0"/>
            <a:t>Datos</a:t>
          </a:r>
          <a:endParaRPr lang="es-MX" dirty="0"/>
        </a:p>
      </dgm:t>
    </dgm:pt>
    <dgm:pt modelId="{A59F2E68-51D3-48C3-9778-12515D6F10C0}" type="parTrans" cxnId="{126B92D0-E02B-4E46-AEA9-A0AB2F374044}">
      <dgm:prSet/>
      <dgm:spPr/>
      <dgm:t>
        <a:bodyPr/>
        <a:lstStyle/>
        <a:p>
          <a:endParaRPr lang="es-MX"/>
        </a:p>
      </dgm:t>
    </dgm:pt>
    <dgm:pt modelId="{856C2433-4712-47FB-B395-9B71750587FB}" type="sibTrans" cxnId="{126B92D0-E02B-4E46-AEA9-A0AB2F374044}">
      <dgm:prSet/>
      <dgm:spPr/>
      <dgm:t>
        <a:bodyPr/>
        <a:lstStyle/>
        <a:p>
          <a:endParaRPr lang="es-MX"/>
        </a:p>
      </dgm:t>
    </dgm:pt>
    <dgm:pt modelId="{31535046-1A60-414C-949F-793FFAE6795E}">
      <dgm:prSet/>
      <dgm:spPr/>
      <dgm:t>
        <a:bodyPr/>
        <a:lstStyle/>
        <a:p>
          <a:r>
            <a:rPr lang="es-MX" dirty="0" smtClean="0"/>
            <a:t>Escalas</a:t>
          </a:r>
          <a:endParaRPr lang="es-MX" dirty="0"/>
        </a:p>
      </dgm:t>
    </dgm:pt>
    <dgm:pt modelId="{B19E7C5D-CE51-4370-A434-80678AF01891}" type="parTrans" cxnId="{CA746BE3-747B-4BAE-A06A-92BEA0B4D0A5}">
      <dgm:prSet/>
      <dgm:spPr/>
      <dgm:t>
        <a:bodyPr/>
        <a:lstStyle/>
        <a:p>
          <a:endParaRPr lang="es-MX"/>
        </a:p>
      </dgm:t>
    </dgm:pt>
    <dgm:pt modelId="{0BADFF60-D9A8-419D-99FD-14002ADDB2DC}" type="sibTrans" cxnId="{CA746BE3-747B-4BAE-A06A-92BEA0B4D0A5}">
      <dgm:prSet/>
      <dgm:spPr/>
      <dgm:t>
        <a:bodyPr/>
        <a:lstStyle/>
        <a:p>
          <a:endParaRPr lang="es-MX"/>
        </a:p>
      </dgm:t>
    </dgm:pt>
    <dgm:pt modelId="{968F4057-AAE4-41AE-955F-FDBE5821D922}">
      <dgm:prSet/>
      <dgm:spPr/>
      <dgm:t>
        <a:bodyPr/>
        <a:lstStyle/>
        <a:p>
          <a:r>
            <a:rPr lang="es-MX" dirty="0" smtClean="0"/>
            <a:t>Geometrías</a:t>
          </a:r>
          <a:endParaRPr lang="es-MX" dirty="0"/>
        </a:p>
      </dgm:t>
    </dgm:pt>
    <dgm:pt modelId="{0B0A4430-6073-42C6-9CCD-EA91DF1FE5FA}" type="parTrans" cxnId="{3838B912-4817-41D9-AE39-5AD2E5E7D171}">
      <dgm:prSet/>
      <dgm:spPr/>
      <dgm:t>
        <a:bodyPr/>
        <a:lstStyle/>
        <a:p>
          <a:endParaRPr lang="es-MX"/>
        </a:p>
      </dgm:t>
    </dgm:pt>
    <dgm:pt modelId="{281D82A7-0430-4007-A346-956F3619E040}" type="sibTrans" cxnId="{3838B912-4817-41D9-AE39-5AD2E5E7D171}">
      <dgm:prSet/>
      <dgm:spPr/>
      <dgm:t>
        <a:bodyPr/>
        <a:lstStyle/>
        <a:p>
          <a:endParaRPr lang="es-MX"/>
        </a:p>
      </dgm:t>
    </dgm:pt>
    <dgm:pt modelId="{5F0A4C81-DF61-4B58-8C90-7DFFEB58A74F}">
      <dgm:prSet/>
      <dgm:spPr/>
      <dgm:t>
        <a:bodyPr/>
        <a:lstStyle/>
        <a:p>
          <a:r>
            <a:rPr lang="es-MX" dirty="0" smtClean="0">
              <a:solidFill>
                <a:schemeClr val="bg1">
                  <a:lumMod val="75000"/>
                </a:schemeClr>
              </a:solidFill>
            </a:rPr>
            <a:t>Estéticas (aes)</a:t>
          </a:r>
          <a:endParaRPr lang="es-MX" dirty="0">
            <a:solidFill>
              <a:schemeClr val="bg1">
                <a:lumMod val="75000"/>
              </a:schemeClr>
            </a:solidFill>
          </a:endParaRPr>
        </a:p>
      </dgm:t>
    </dgm:pt>
    <dgm:pt modelId="{D6FDCBF2-41FD-4CEC-AE99-020A8BC3D3D2}" type="parTrans" cxnId="{561A0F27-6C18-4283-BB6A-F0172CA54306}">
      <dgm:prSet/>
      <dgm:spPr/>
      <dgm:t>
        <a:bodyPr/>
        <a:lstStyle/>
        <a:p>
          <a:endParaRPr lang="es-MX"/>
        </a:p>
      </dgm:t>
    </dgm:pt>
    <dgm:pt modelId="{C4250E1A-EBFA-4EFD-BE9A-A91BC43F49A3}" type="sibTrans" cxnId="{561A0F27-6C18-4283-BB6A-F0172CA54306}">
      <dgm:prSet/>
      <dgm:spPr/>
      <dgm:t>
        <a:bodyPr/>
        <a:lstStyle/>
        <a:p>
          <a:endParaRPr lang="es-MX"/>
        </a:p>
      </dgm:t>
    </dgm:pt>
    <dgm:pt modelId="{A7891F6C-321A-412A-988C-3F2EFDFC63DE}" type="pres">
      <dgm:prSet presAssocID="{DCF9999D-8F50-4115-8A35-27FD5021DED0}" presName="Name0" presStyleCnt="0">
        <dgm:presLayoutVars>
          <dgm:dir/>
          <dgm:animLvl val="lvl"/>
          <dgm:resizeHandles val="exact"/>
        </dgm:presLayoutVars>
      </dgm:prSet>
      <dgm:spPr/>
    </dgm:pt>
    <dgm:pt modelId="{8388B2ED-6F37-415B-A6BD-8C97421C316D}" type="pres">
      <dgm:prSet presAssocID="{3C02B3F5-AF95-4A93-B4EC-620972A56717}" presName="Name8" presStyleCnt="0"/>
      <dgm:spPr/>
    </dgm:pt>
    <dgm:pt modelId="{D35F3287-6F6B-4B96-A2F5-B2A6012A195F}" type="pres">
      <dgm:prSet presAssocID="{3C02B3F5-AF95-4A93-B4EC-620972A56717}" presName="level" presStyleLbl="node1" presStyleIdx="0" presStyleCnt="6">
        <dgm:presLayoutVars>
          <dgm:chMax val="1"/>
          <dgm:bulletEnabled val="1"/>
        </dgm:presLayoutVars>
      </dgm:prSet>
      <dgm:spPr/>
      <dgm:t>
        <a:bodyPr/>
        <a:lstStyle/>
        <a:p>
          <a:endParaRPr lang="es-MX"/>
        </a:p>
      </dgm:t>
    </dgm:pt>
    <dgm:pt modelId="{A4D65BB8-77B0-44C5-892D-12825F748E98}" type="pres">
      <dgm:prSet presAssocID="{3C02B3F5-AF95-4A93-B4EC-620972A56717}" presName="levelTx" presStyleLbl="revTx" presStyleIdx="0" presStyleCnt="0">
        <dgm:presLayoutVars>
          <dgm:chMax val="1"/>
          <dgm:bulletEnabled val="1"/>
        </dgm:presLayoutVars>
      </dgm:prSet>
      <dgm:spPr/>
      <dgm:t>
        <a:bodyPr/>
        <a:lstStyle/>
        <a:p>
          <a:endParaRPr lang="es-MX"/>
        </a:p>
      </dgm:t>
    </dgm:pt>
    <dgm:pt modelId="{59911A49-82B3-4EEA-A3E5-FA009D9A0189}" type="pres">
      <dgm:prSet presAssocID="{8A890437-F4FF-41F0-ADF8-F900EADA8E97}" presName="Name8" presStyleCnt="0"/>
      <dgm:spPr/>
    </dgm:pt>
    <dgm:pt modelId="{EA7E1869-AC6F-4D7C-8EBE-E93A117DEE3B}" type="pres">
      <dgm:prSet presAssocID="{8A890437-F4FF-41F0-ADF8-F900EADA8E97}" presName="level" presStyleLbl="node1" presStyleIdx="1" presStyleCnt="6">
        <dgm:presLayoutVars>
          <dgm:chMax val="1"/>
          <dgm:bulletEnabled val="1"/>
        </dgm:presLayoutVars>
      </dgm:prSet>
      <dgm:spPr/>
      <dgm:t>
        <a:bodyPr/>
        <a:lstStyle/>
        <a:p>
          <a:endParaRPr lang="es-MX"/>
        </a:p>
      </dgm:t>
    </dgm:pt>
    <dgm:pt modelId="{D46FEB50-854E-4E6F-B83A-1F67E4913B1C}" type="pres">
      <dgm:prSet presAssocID="{8A890437-F4FF-41F0-ADF8-F900EADA8E97}" presName="levelTx" presStyleLbl="revTx" presStyleIdx="0" presStyleCnt="0">
        <dgm:presLayoutVars>
          <dgm:chMax val="1"/>
          <dgm:bulletEnabled val="1"/>
        </dgm:presLayoutVars>
      </dgm:prSet>
      <dgm:spPr/>
      <dgm:t>
        <a:bodyPr/>
        <a:lstStyle/>
        <a:p>
          <a:endParaRPr lang="es-MX"/>
        </a:p>
      </dgm:t>
    </dgm:pt>
    <dgm:pt modelId="{DFF0423A-6718-4C6A-A302-1A0C5D582395}" type="pres">
      <dgm:prSet presAssocID="{31535046-1A60-414C-949F-793FFAE6795E}" presName="Name8" presStyleCnt="0"/>
      <dgm:spPr/>
    </dgm:pt>
    <dgm:pt modelId="{CD0ACCF6-FEA4-4E64-B6D4-5E68A80BC2BB}" type="pres">
      <dgm:prSet presAssocID="{31535046-1A60-414C-949F-793FFAE6795E}" presName="level" presStyleLbl="node1" presStyleIdx="2" presStyleCnt="6">
        <dgm:presLayoutVars>
          <dgm:chMax val="1"/>
          <dgm:bulletEnabled val="1"/>
        </dgm:presLayoutVars>
      </dgm:prSet>
      <dgm:spPr/>
      <dgm:t>
        <a:bodyPr/>
        <a:lstStyle/>
        <a:p>
          <a:endParaRPr lang="es-MX"/>
        </a:p>
      </dgm:t>
    </dgm:pt>
    <dgm:pt modelId="{2F06EC7A-A7BC-4CF6-B512-9318FF5323BC}" type="pres">
      <dgm:prSet presAssocID="{31535046-1A60-414C-949F-793FFAE6795E}" presName="levelTx" presStyleLbl="revTx" presStyleIdx="0" presStyleCnt="0">
        <dgm:presLayoutVars>
          <dgm:chMax val="1"/>
          <dgm:bulletEnabled val="1"/>
        </dgm:presLayoutVars>
      </dgm:prSet>
      <dgm:spPr/>
      <dgm:t>
        <a:bodyPr/>
        <a:lstStyle/>
        <a:p>
          <a:endParaRPr lang="es-MX"/>
        </a:p>
      </dgm:t>
    </dgm:pt>
    <dgm:pt modelId="{0A641585-378B-4692-A9D6-898790ABBA37}" type="pres">
      <dgm:prSet presAssocID="{968F4057-AAE4-41AE-955F-FDBE5821D922}" presName="Name8" presStyleCnt="0"/>
      <dgm:spPr/>
    </dgm:pt>
    <dgm:pt modelId="{13E52E1D-F5DA-49DF-817D-E628D3F481C4}" type="pres">
      <dgm:prSet presAssocID="{968F4057-AAE4-41AE-955F-FDBE5821D922}" presName="level" presStyleLbl="node1" presStyleIdx="3" presStyleCnt="6">
        <dgm:presLayoutVars>
          <dgm:chMax val="1"/>
          <dgm:bulletEnabled val="1"/>
        </dgm:presLayoutVars>
      </dgm:prSet>
      <dgm:spPr/>
      <dgm:t>
        <a:bodyPr/>
        <a:lstStyle/>
        <a:p>
          <a:endParaRPr lang="es-MX"/>
        </a:p>
      </dgm:t>
    </dgm:pt>
    <dgm:pt modelId="{0E05B3C9-2ED2-4708-9633-33E991ADF0DE}" type="pres">
      <dgm:prSet presAssocID="{968F4057-AAE4-41AE-955F-FDBE5821D922}" presName="levelTx" presStyleLbl="revTx" presStyleIdx="0" presStyleCnt="0">
        <dgm:presLayoutVars>
          <dgm:chMax val="1"/>
          <dgm:bulletEnabled val="1"/>
        </dgm:presLayoutVars>
      </dgm:prSet>
      <dgm:spPr/>
      <dgm:t>
        <a:bodyPr/>
        <a:lstStyle/>
        <a:p>
          <a:endParaRPr lang="es-MX"/>
        </a:p>
      </dgm:t>
    </dgm:pt>
    <dgm:pt modelId="{24A2802C-7F04-45F2-9473-B386CA676C87}" type="pres">
      <dgm:prSet presAssocID="{5F0A4C81-DF61-4B58-8C90-7DFFEB58A74F}" presName="Name8" presStyleCnt="0"/>
      <dgm:spPr/>
    </dgm:pt>
    <dgm:pt modelId="{C322A5A9-947A-43A1-82D8-194BD2BA4246}" type="pres">
      <dgm:prSet presAssocID="{5F0A4C81-DF61-4B58-8C90-7DFFEB58A74F}" presName="level" presStyleLbl="node1" presStyleIdx="4" presStyleCnt="6">
        <dgm:presLayoutVars>
          <dgm:chMax val="1"/>
          <dgm:bulletEnabled val="1"/>
        </dgm:presLayoutVars>
      </dgm:prSet>
      <dgm:spPr/>
      <dgm:t>
        <a:bodyPr/>
        <a:lstStyle/>
        <a:p>
          <a:endParaRPr lang="es-MX"/>
        </a:p>
      </dgm:t>
    </dgm:pt>
    <dgm:pt modelId="{8B539A8B-3664-4492-81E9-9E64CF2A1998}" type="pres">
      <dgm:prSet presAssocID="{5F0A4C81-DF61-4B58-8C90-7DFFEB58A74F}" presName="levelTx" presStyleLbl="revTx" presStyleIdx="0" presStyleCnt="0">
        <dgm:presLayoutVars>
          <dgm:chMax val="1"/>
          <dgm:bulletEnabled val="1"/>
        </dgm:presLayoutVars>
      </dgm:prSet>
      <dgm:spPr/>
      <dgm:t>
        <a:bodyPr/>
        <a:lstStyle/>
        <a:p>
          <a:endParaRPr lang="es-MX"/>
        </a:p>
      </dgm:t>
    </dgm:pt>
    <dgm:pt modelId="{47D49D45-E2E4-4E84-8DF0-144F6F2AAE44}" type="pres">
      <dgm:prSet presAssocID="{BAB9CF25-B930-4A5C-9824-35DBFCD09781}" presName="Name8" presStyleCnt="0"/>
      <dgm:spPr/>
    </dgm:pt>
    <dgm:pt modelId="{66D3CA2F-1BFA-42C1-A938-B7571E249809}" type="pres">
      <dgm:prSet presAssocID="{BAB9CF25-B930-4A5C-9824-35DBFCD09781}" presName="level" presStyleLbl="node1" presStyleIdx="5" presStyleCnt="6">
        <dgm:presLayoutVars>
          <dgm:chMax val="1"/>
          <dgm:bulletEnabled val="1"/>
        </dgm:presLayoutVars>
      </dgm:prSet>
      <dgm:spPr/>
      <dgm:t>
        <a:bodyPr/>
        <a:lstStyle/>
        <a:p>
          <a:endParaRPr lang="es-MX"/>
        </a:p>
      </dgm:t>
    </dgm:pt>
    <dgm:pt modelId="{E3869635-9088-428C-9A2C-D31A7AC76330}" type="pres">
      <dgm:prSet presAssocID="{BAB9CF25-B930-4A5C-9824-35DBFCD09781}" presName="levelTx" presStyleLbl="revTx" presStyleIdx="0" presStyleCnt="0">
        <dgm:presLayoutVars>
          <dgm:chMax val="1"/>
          <dgm:bulletEnabled val="1"/>
        </dgm:presLayoutVars>
      </dgm:prSet>
      <dgm:spPr/>
      <dgm:t>
        <a:bodyPr/>
        <a:lstStyle/>
        <a:p>
          <a:endParaRPr lang="es-MX"/>
        </a:p>
      </dgm:t>
    </dgm:pt>
  </dgm:ptLst>
  <dgm:cxnLst>
    <dgm:cxn modelId="{AA889C8E-A0C1-4F93-9106-138D727736C0}" type="presOf" srcId="{DCF9999D-8F50-4115-8A35-27FD5021DED0}" destId="{A7891F6C-321A-412A-988C-3F2EFDFC63DE}" srcOrd="0" destOrd="0" presId="urn:microsoft.com/office/officeart/2005/8/layout/pyramid1"/>
    <dgm:cxn modelId="{060F3693-F80E-4639-A18B-A4E618CAB40C}" srcId="{DCF9999D-8F50-4115-8A35-27FD5021DED0}" destId="{3C02B3F5-AF95-4A93-B4EC-620972A56717}" srcOrd="0" destOrd="0" parTransId="{8245CE6E-A103-46B1-AEEB-EEB3EB12DE47}" sibTransId="{B3451074-5AD8-4D7B-901C-2A1DE3CD520A}"/>
    <dgm:cxn modelId="{695A3E0D-9CE4-4F36-A922-0B3C34DA10E0}" type="presOf" srcId="{31535046-1A60-414C-949F-793FFAE6795E}" destId="{CD0ACCF6-FEA4-4E64-B6D4-5E68A80BC2BB}" srcOrd="0" destOrd="0" presId="urn:microsoft.com/office/officeart/2005/8/layout/pyramid1"/>
    <dgm:cxn modelId="{542A92FA-B456-4EF3-98A1-D32261934888}" type="presOf" srcId="{3C02B3F5-AF95-4A93-B4EC-620972A56717}" destId="{D35F3287-6F6B-4B96-A2F5-B2A6012A195F}" srcOrd="0" destOrd="0" presId="urn:microsoft.com/office/officeart/2005/8/layout/pyramid1"/>
    <dgm:cxn modelId="{4968A8AE-0ACE-43C6-AB7A-CBB79AC00EB1}" srcId="{DCF9999D-8F50-4115-8A35-27FD5021DED0}" destId="{8A890437-F4FF-41F0-ADF8-F900EADA8E97}" srcOrd="1" destOrd="0" parTransId="{DC1D566D-7A59-4E0C-9678-62EE4741B173}" sibTransId="{5F7A6A6A-5DD7-42B5-9064-97516999758E}"/>
    <dgm:cxn modelId="{18E4B65C-6293-4F97-B629-80897AF734F3}" type="presOf" srcId="{8A890437-F4FF-41F0-ADF8-F900EADA8E97}" destId="{D46FEB50-854E-4E6F-B83A-1F67E4913B1C}" srcOrd="1" destOrd="0" presId="urn:microsoft.com/office/officeart/2005/8/layout/pyramid1"/>
    <dgm:cxn modelId="{BE4FAD6A-68D4-4109-8F76-18431E8F857E}" type="presOf" srcId="{BAB9CF25-B930-4A5C-9824-35DBFCD09781}" destId="{E3869635-9088-428C-9A2C-D31A7AC76330}" srcOrd="1" destOrd="0" presId="urn:microsoft.com/office/officeart/2005/8/layout/pyramid1"/>
    <dgm:cxn modelId="{3876E36A-F3F2-4611-B9CA-860CACA3619F}" type="presOf" srcId="{31535046-1A60-414C-949F-793FFAE6795E}" destId="{2F06EC7A-A7BC-4CF6-B512-9318FF5323BC}" srcOrd="1" destOrd="0" presId="urn:microsoft.com/office/officeart/2005/8/layout/pyramid1"/>
    <dgm:cxn modelId="{CA746BE3-747B-4BAE-A06A-92BEA0B4D0A5}" srcId="{DCF9999D-8F50-4115-8A35-27FD5021DED0}" destId="{31535046-1A60-414C-949F-793FFAE6795E}" srcOrd="2" destOrd="0" parTransId="{B19E7C5D-CE51-4370-A434-80678AF01891}" sibTransId="{0BADFF60-D9A8-419D-99FD-14002ADDB2DC}"/>
    <dgm:cxn modelId="{C6277BC0-718B-4C5C-87CD-619A58912060}" type="presOf" srcId="{3C02B3F5-AF95-4A93-B4EC-620972A56717}" destId="{A4D65BB8-77B0-44C5-892D-12825F748E98}" srcOrd="1" destOrd="0" presId="urn:microsoft.com/office/officeart/2005/8/layout/pyramid1"/>
    <dgm:cxn modelId="{75768292-C840-48C7-97E1-786523A8C5EF}" type="presOf" srcId="{8A890437-F4FF-41F0-ADF8-F900EADA8E97}" destId="{EA7E1869-AC6F-4D7C-8EBE-E93A117DEE3B}" srcOrd="0" destOrd="0" presId="urn:microsoft.com/office/officeart/2005/8/layout/pyramid1"/>
    <dgm:cxn modelId="{3838B912-4817-41D9-AE39-5AD2E5E7D171}" srcId="{DCF9999D-8F50-4115-8A35-27FD5021DED0}" destId="{968F4057-AAE4-41AE-955F-FDBE5821D922}" srcOrd="3" destOrd="0" parTransId="{0B0A4430-6073-42C6-9CCD-EA91DF1FE5FA}" sibTransId="{281D82A7-0430-4007-A346-956F3619E040}"/>
    <dgm:cxn modelId="{561A0F27-6C18-4283-BB6A-F0172CA54306}" srcId="{DCF9999D-8F50-4115-8A35-27FD5021DED0}" destId="{5F0A4C81-DF61-4B58-8C90-7DFFEB58A74F}" srcOrd="4" destOrd="0" parTransId="{D6FDCBF2-41FD-4CEC-AE99-020A8BC3D3D2}" sibTransId="{C4250E1A-EBFA-4EFD-BE9A-A91BC43F49A3}"/>
    <dgm:cxn modelId="{F9CBE953-13A2-4C23-97F6-11B5B7B2BF56}" type="presOf" srcId="{BAB9CF25-B930-4A5C-9824-35DBFCD09781}" destId="{66D3CA2F-1BFA-42C1-A938-B7571E249809}" srcOrd="0" destOrd="0" presId="urn:microsoft.com/office/officeart/2005/8/layout/pyramid1"/>
    <dgm:cxn modelId="{126B92D0-E02B-4E46-AEA9-A0AB2F374044}" srcId="{DCF9999D-8F50-4115-8A35-27FD5021DED0}" destId="{BAB9CF25-B930-4A5C-9824-35DBFCD09781}" srcOrd="5" destOrd="0" parTransId="{A59F2E68-51D3-48C3-9778-12515D6F10C0}" sibTransId="{856C2433-4712-47FB-B395-9B71750587FB}"/>
    <dgm:cxn modelId="{870B79C3-1943-4EFC-AF92-3D60E7FA2114}" type="presOf" srcId="{5F0A4C81-DF61-4B58-8C90-7DFFEB58A74F}" destId="{C322A5A9-947A-43A1-82D8-194BD2BA4246}" srcOrd="0" destOrd="0" presId="urn:microsoft.com/office/officeart/2005/8/layout/pyramid1"/>
    <dgm:cxn modelId="{A997168B-3C99-4420-8128-5DD5614475A0}" type="presOf" srcId="{968F4057-AAE4-41AE-955F-FDBE5821D922}" destId="{0E05B3C9-2ED2-4708-9633-33E991ADF0DE}" srcOrd="1" destOrd="0" presId="urn:microsoft.com/office/officeart/2005/8/layout/pyramid1"/>
    <dgm:cxn modelId="{0253A7E7-3686-4139-8F93-11A3653178B7}" type="presOf" srcId="{5F0A4C81-DF61-4B58-8C90-7DFFEB58A74F}" destId="{8B539A8B-3664-4492-81E9-9E64CF2A1998}" srcOrd="1" destOrd="0" presId="urn:microsoft.com/office/officeart/2005/8/layout/pyramid1"/>
    <dgm:cxn modelId="{B46FE3F4-D1E5-4DCA-8677-AB591F072690}" type="presOf" srcId="{968F4057-AAE4-41AE-955F-FDBE5821D922}" destId="{13E52E1D-F5DA-49DF-817D-E628D3F481C4}" srcOrd="0" destOrd="0" presId="urn:microsoft.com/office/officeart/2005/8/layout/pyramid1"/>
    <dgm:cxn modelId="{DE21A5D8-610E-4CFE-B2C4-9AC1872B7051}" type="presParOf" srcId="{A7891F6C-321A-412A-988C-3F2EFDFC63DE}" destId="{8388B2ED-6F37-415B-A6BD-8C97421C316D}" srcOrd="0" destOrd="0" presId="urn:microsoft.com/office/officeart/2005/8/layout/pyramid1"/>
    <dgm:cxn modelId="{4E7A0132-0DE8-4FD6-94B5-195415FE07A5}" type="presParOf" srcId="{8388B2ED-6F37-415B-A6BD-8C97421C316D}" destId="{D35F3287-6F6B-4B96-A2F5-B2A6012A195F}" srcOrd="0" destOrd="0" presId="urn:microsoft.com/office/officeart/2005/8/layout/pyramid1"/>
    <dgm:cxn modelId="{E84F2488-5472-4642-9153-0BC6E82C05BA}" type="presParOf" srcId="{8388B2ED-6F37-415B-A6BD-8C97421C316D}" destId="{A4D65BB8-77B0-44C5-892D-12825F748E98}" srcOrd="1" destOrd="0" presId="urn:microsoft.com/office/officeart/2005/8/layout/pyramid1"/>
    <dgm:cxn modelId="{7BD7040A-CFB7-425B-B250-77A9D929EED4}" type="presParOf" srcId="{A7891F6C-321A-412A-988C-3F2EFDFC63DE}" destId="{59911A49-82B3-4EEA-A3E5-FA009D9A0189}" srcOrd="1" destOrd="0" presId="urn:microsoft.com/office/officeart/2005/8/layout/pyramid1"/>
    <dgm:cxn modelId="{DAD0D1D8-6047-4B53-8E33-32A2C87B103F}" type="presParOf" srcId="{59911A49-82B3-4EEA-A3E5-FA009D9A0189}" destId="{EA7E1869-AC6F-4D7C-8EBE-E93A117DEE3B}" srcOrd="0" destOrd="0" presId="urn:microsoft.com/office/officeart/2005/8/layout/pyramid1"/>
    <dgm:cxn modelId="{EAEC95C0-F6C9-4DFB-99AA-6794A31E234F}" type="presParOf" srcId="{59911A49-82B3-4EEA-A3E5-FA009D9A0189}" destId="{D46FEB50-854E-4E6F-B83A-1F67E4913B1C}" srcOrd="1" destOrd="0" presId="urn:microsoft.com/office/officeart/2005/8/layout/pyramid1"/>
    <dgm:cxn modelId="{00155B0C-CFF1-42F7-B38C-C73A0B70B9A4}" type="presParOf" srcId="{A7891F6C-321A-412A-988C-3F2EFDFC63DE}" destId="{DFF0423A-6718-4C6A-A302-1A0C5D582395}" srcOrd="2" destOrd="0" presId="urn:microsoft.com/office/officeart/2005/8/layout/pyramid1"/>
    <dgm:cxn modelId="{611C9F16-7F15-4182-B6C7-16B5F34F093A}" type="presParOf" srcId="{DFF0423A-6718-4C6A-A302-1A0C5D582395}" destId="{CD0ACCF6-FEA4-4E64-B6D4-5E68A80BC2BB}" srcOrd="0" destOrd="0" presId="urn:microsoft.com/office/officeart/2005/8/layout/pyramid1"/>
    <dgm:cxn modelId="{DDFE845A-D4BD-4FE9-8B79-809D0AA3F4BB}" type="presParOf" srcId="{DFF0423A-6718-4C6A-A302-1A0C5D582395}" destId="{2F06EC7A-A7BC-4CF6-B512-9318FF5323BC}" srcOrd="1" destOrd="0" presId="urn:microsoft.com/office/officeart/2005/8/layout/pyramid1"/>
    <dgm:cxn modelId="{81E97CAF-2C53-4D69-96B5-145584627716}" type="presParOf" srcId="{A7891F6C-321A-412A-988C-3F2EFDFC63DE}" destId="{0A641585-378B-4692-A9D6-898790ABBA37}" srcOrd="3" destOrd="0" presId="urn:microsoft.com/office/officeart/2005/8/layout/pyramid1"/>
    <dgm:cxn modelId="{9AD8D6DD-E585-40F8-B30C-61F8EEFAB5D4}" type="presParOf" srcId="{0A641585-378B-4692-A9D6-898790ABBA37}" destId="{13E52E1D-F5DA-49DF-817D-E628D3F481C4}" srcOrd="0" destOrd="0" presId="urn:microsoft.com/office/officeart/2005/8/layout/pyramid1"/>
    <dgm:cxn modelId="{68DBE857-3081-47AE-9421-82B4C8A0133F}" type="presParOf" srcId="{0A641585-378B-4692-A9D6-898790ABBA37}" destId="{0E05B3C9-2ED2-4708-9633-33E991ADF0DE}" srcOrd="1" destOrd="0" presId="urn:microsoft.com/office/officeart/2005/8/layout/pyramid1"/>
    <dgm:cxn modelId="{04EBDB11-0289-467A-B3E7-0033872AF904}" type="presParOf" srcId="{A7891F6C-321A-412A-988C-3F2EFDFC63DE}" destId="{24A2802C-7F04-45F2-9473-B386CA676C87}" srcOrd="4" destOrd="0" presId="urn:microsoft.com/office/officeart/2005/8/layout/pyramid1"/>
    <dgm:cxn modelId="{1938B6D7-4154-45FD-9E54-18352F34629E}" type="presParOf" srcId="{24A2802C-7F04-45F2-9473-B386CA676C87}" destId="{C322A5A9-947A-43A1-82D8-194BD2BA4246}" srcOrd="0" destOrd="0" presId="urn:microsoft.com/office/officeart/2005/8/layout/pyramid1"/>
    <dgm:cxn modelId="{E6DCF227-77D6-4B15-8CCD-1A6DDFFEF7B0}" type="presParOf" srcId="{24A2802C-7F04-45F2-9473-B386CA676C87}" destId="{8B539A8B-3664-4492-81E9-9E64CF2A1998}" srcOrd="1" destOrd="0" presId="urn:microsoft.com/office/officeart/2005/8/layout/pyramid1"/>
    <dgm:cxn modelId="{BDE8CBD5-BE22-4886-8211-F3BD0B68F412}" type="presParOf" srcId="{A7891F6C-321A-412A-988C-3F2EFDFC63DE}" destId="{47D49D45-E2E4-4E84-8DF0-144F6F2AAE44}" srcOrd="5" destOrd="0" presId="urn:microsoft.com/office/officeart/2005/8/layout/pyramid1"/>
    <dgm:cxn modelId="{420CE2BB-C876-48CF-8C69-DD9BD496A01B}" type="presParOf" srcId="{47D49D45-E2E4-4E84-8DF0-144F6F2AAE44}" destId="{66D3CA2F-1BFA-42C1-A938-B7571E249809}" srcOrd="0" destOrd="0" presId="urn:microsoft.com/office/officeart/2005/8/layout/pyramid1"/>
    <dgm:cxn modelId="{FF5566CD-3BA2-4688-A269-43D26466C83D}" type="presParOf" srcId="{47D49D45-E2E4-4E84-8DF0-144F6F2AAE44}" destId="{E3869635-9088-428C-9A2C-D31A7AC76330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5F3287-6F6B-4B96-A2F5-B2A6012A195F}">
      <dsp:nvSpPr>
        <dsp:cNvPr id="0" name=""/>
        <dsp:cNvSpPr/>
      </dsp:nvSpPr>
      <dsp:spPr>
        <a:xfrm>
          <a:off x="2275785" y="0"/>
          <a:ext cx="910314" cy="606454"/>
        </a:xfrm>
        <a:prstGeom prst="trapezoid">
          <a:avLst>
            <a:gd name="adj" fmla="val 75052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MX" sz="1100" kern="1200" dirty="0" smtClean="0"/>
            <a:t>Temas</a:t>
          </a:r>
          <a:endParaRPr lang="es-MX" sz="1400" kern="1200" dirty="0"/>
        </a:p>
      </dsp:txBody>
      <dsp:txXfrm>
        <a:off x="2275785" y="0"/>
        <a:ext cx="910314" cy="606454"/>
      </dsp:txXfrm>
    </dsp:sp>
    <dsp:sp modelId="{EA7E1869-AC6F-4D7C-8EBE-E93A117DEE3B}">
      <dsp:nvSpPr>
        <dsp:cNvPr id="0" name=""/>
        <dsp:cNvSpPr/>
      </dsp:nvSpPr>
      <dsp:spPr>
        <a:xfrm>
          <a:off x="1820628" y="606454"/>
          <a:ext cx="1820628" cy="606454"/>
        </a:xfrm>
        <a:prstGeom prst="trapezoid">
          <a:avLst>
            <a:gd name="adj" fmla="val 75052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MX" sz="2800" kern="1200" dirty="0" smtClean="0"/>
            <a:t>Facetas</a:t>
          </a:r>
          <a:endParaRPr lang="es-MX" sz="2800" kern="1200" dirty="0"/>
        </a:p>
      </dsp:txBody>
      <dsp:txXfrm>
        <a:off x="2139238" y="606454"/>
        <a:ext cx="1183408" cy="606454"/>
      </dsp:txXfrm>
    </dsp:sp>
    <dsp:sp modelId="{CD0ACCF6-FEA4-4E64-B6D4-5E68A80BC2BB}">
      <dsp:nvSpPr>
        <dsp:cNvPr id="0" name=""/>
        <dsp:cNvSpPr/>
      </dsp:nvSpPr>
      <dsp:spPr>
        <a:xfrm>
          <a:off x="1365471" y="1212908"/>
          <a:ext cx="2730942" cy="606454"/>
        </a:xfrm>
        <a:prstGeom prst="trapezoid">
          <a:avLst>
            <a:gd name="adj" fmla="val 75052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MX" sz="2800" kern="1200" dirty="0" smtClean="0"/>
            <a:t>Escalas</a:t>
          </a:r>
          <a:endParaRPr lang="es-MX" sz="2800" kern="1200" dirty="0"/>
        </a:p>
      </dsp:txBody>
      <dsp:txXfrm>
        <a:off x="1843386" y="1212908"/>
        <a:ext cx="1775112" cy="606454"/>
      </dsp:txXfrm>
    </dsp:sp>
    <dsp:sp modelId="{13E52E1D-F5DA-49DF-817D-E628D3F481C4}">
      <dsp:nvSpPr>
        <dsp:cNvPr id="0" name=""/>
        <dsp:cNvSpPr/>
      </dsp:nvSpPr>
      <dsp:spPr>
        <a:xfrm>
          <a:off x="910314" y="1819362"/>
          <a:ext cx="3641256" cy="606454"/>
        </a:xfrm>
        <a:prstGeom prst="trapezoid">
          <a:avLst>
            <a:gd name="adj" fmla="val 75052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MX" sz="2800" kern="1200" dirty="0" smtClean="0"/>
            <a:t>Geometrías</a:t>
          </a:r>
          <a:endParaRPr lang="es-MX" sz="2800" kern="1200" dirty="0"/>
        </a:p>
      </dsp:txBody>
      <dsp:txXfrm>
        <a:off x="1547534" y="1819362"/>
        <a:ext cx="2366816" cy="606454"/>
      </dsp:txXfrm>
    </dsp:sp>
    <dsp:sp modelId="{C322A5A9-947A-43A1-82D8-194BD2BA4246}">
      <dsp:nvSpPr>
        <dsp:cNvPr id="0" name=""/>
        <dsp:cNvSpPr/>
      </dsp:nvSpPr>
      <dsp:spPr>
        <a:xfrm>
          <a:off x="455157" y="2425815"/>
          <a:ext cx="4551570" cy="606454"/>
        </a:xfrm>
        <a:prstGeom prst="trapezoid">
          <a:avLst>
            <a:gd name="adj" fmla="val 75052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MX" sz="2800" kern="1200" dirty="0" smtClean="0">
              <a:solidFill>
                <a:schemeClr val="bg1">
                  <a:lumMod val="75000"/>
                </a:schemeClr>
              </a:solidFill>
            </a:rPr>
            <a:t>Estéticas (aes)</a:t>
          </a:r>
          <a:endParaRPr lang="es-MX" sz="2800" kern="1200" dirty="0">
            <a:solidFill>
              <a:schemeClr val="bg1">
                <a:lumMod val="75000"/>
              </a:schemeClr>
            </a:solidFill>
          </a:endParaRPr>
        </a:p>
      </dsp:txBody>
      <dsp:txXfrm>
        <a:off x="1251681" y="2425815"/>
        <a:ext cx="2958521" cy="606454"/>
      </dsp:txXfrm>
    </dsp:sp>
    <dsp:sp modelId="{66D3CA2F-1BFA-42C1-A938-B7571E249809}">
      <dsp:nvSpPr>
        <dsp:cNvPr id="0" name=""/>
        <dsp:cNvSpPr/>
      </dsp:nvSpPr>
      <dsp:spPr>
        <a:xfrm>
          <a:off x="0" y="3032269"/>
          <a:ext cx="5461885" cy="606454"/>
        </a:xfrm>
        <a:prstGeom prst="trapezoid">
          <a:avLst>
            <a:gd name="adj" fmla="val 75052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MX" sz="2800" kern="1200" dirty="0" smtClean="0"/>
            <a:t>Datos</a:t>
          </a:r>
          <a:endParaRPr lang="es-MX" sz="2800" kern="1200" dirty="0"/>
        </a:p>
      </dsp:txBody>
      <dsp:txXfrm>
        <a:off x="955829" y="3032269"/>
        <a:ext cx="3550225" cy="6064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12/04/2026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26539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12/04/2026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1342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12/04/2026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76076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12/04/2026</a:t>
            </a:fld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75880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12/04/2026</a:t>
            </a:fld>
            <a:endParaRPr lang="es-MX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05429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12/04/2026</a:t>
            </a:fld>
            <a:endParaRPr lang="es-MX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97933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12/04/2026</a:t>
            </a:fld>
            <a:endParaRPr lang="es-MX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87740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12/04/2026</a:t>
            </a:fld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33730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12/04/2026</a:t>
            </a:fld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91867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12/04/2026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92038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12/04/2026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06006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61000" b="-6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75E14E-3399-4729-9487-008C58F41F51}" type="datetimeFigureOut">
              <a:rPr lang="es-MX" smtClean="0"/>
              <a:t>12/04/2026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568964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61000" b="-6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MX" dirty="0" smtClean="0">
                <a:latin typeface="Consolas" panose="020B0609020204030204" pitchFamily="49" charset="0"/>
              </a:rPr>
              <a:t>R Intermedio</a:t>
            </a:r>
            <a:endParaRPr lang="es-MX" dirty="0">
              <a:latin typeface="Consolas" panose="020B0609020204030204" pitchFamily="49" charset="0"/>
            </a:endParaRP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MX" dirty="0">
                <a:solidFill>
                  <a:schemeClr val="bg2"/>
                </a:solidFill>
                <a:latin typeface="Consolas" panose="020B0609020204030204" pitchFamily="49" charset="0"/>
              </a:rPr>
              <a:t>Sesión </a:t>
            </a:r>
            <a:r>
              <a:rPr lang="es-MX" dirty="0">
                <a:solidFill>
                  <a:schemeClr val="bg2"/>
                </a:solidFill>
                <a:latin typeface="Consolas" panose="020B0609020204030204" pitchFamily="49" charset="0"/>
              </a:rPr>
              <a:t>4</a:t>
            </a:r>
            <a:endParaRPr lang="es-MX" dirty="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grpSp>
        <p:nvGrpSpPr>
          <p:cNvPr id="9" name="Grupo 8"/>
          <p:cNvGrpSpPr/>
          <p:nvPr/>
        </p:nvGrpSpPr>
        <p:grpSpPr>
          <a:xfrm>
            <a:off x="-9525" y="5135376"/>
            <a:ext cx="2033179" cy="1630683"/>
            <a:chOff x="0" y="5183001"/>
            <a:chExt cx="2033179" cy="1630683"/>
          </a:xfrm>
        </p:grpSpPr>
        <p:sp>
          <p:nvSpPr>
            <p:cNvPr id="7" name="Forma libre 6"/>
            <p:cNvSpPr/>
            <p:nvPr/>
          </p:nvSpPr>
          <p:spPr>
            <a:xfrm>
              <a:off x="1095676" y="5407025"/>
              <a:ext cx="818147" cy="991402"/>
            </a:xfrm>
            <a:custGeom>
              <a:avLst/>
              <a:gdLst>
                <a:gd name="connsiteX0" fmla="*/ 38501 w 818147"/>
                <a:gd name="connsiteY0" fmla="*/ 0 h 991402"/>
                <a:gd name="connsiteX1" fmla="*/ 818147 w 818147"/>
                <a:gd name="connsiteY1" fmla="*/ 375386 h 991402"/>
                <a:gd name="connsiteX2" fmla="*/ 818147 w 818147"/>
                <a:gd name="connsiteY2" fmla="*/ 991402 h 991402"/>
                <a:gd name="connsiteX3" fmla="*/ 442762 w 818147"/>
                <a:gd name="connsiteY3" fmla="*/ 789272 h 991402"/>
                <a:gd name="connsiteX4" fmla="*/ 375385 w 818147"/>
                <a:gd name="connsiteY4" fmla="*/ 760396 h 991402"/>
                <a:gd name="connsiteX5" fmla="*/ 0 w 818147"/>
                <a:gd name="connsiteY5" fmla="*/ 577516 h 991402"/>
                <a:gd name="connsiteX6" fmla="*/ 38501 w 818147"/>
                <a:gd name="connsiteY6" fmla="*/ 0 h 991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8147" h="991402">
                  <a:moveTo>
                    <a:pt x="38501" y="0"/>
                  </a:moveTo>
                  <a:lnTo>
                    <a:pt x="818147" y="375386"/>
                  </a:lnTo>
                  <a:lnTo>
                    <a:pt x="818147" y="991402"/>
                  </a:lnTo>
                  <a:lnTo>
                    <a:pt x="442762" y="789272"/>
                  </a:lnTo>
                  <a:lnTo>
                    <a:pt x="375385" y="760396"/>
                  </a:lnTo>
                  <a:lnTo>
                    <a:pt x="0" y="577516"/>
                  </a:lnTo>
                  <a:lnTo>
                    <a:pt x="38501" y="0"/>
                  </a:lnTo>
                  <a:close/>
                </a:path>
              </a:pathLst>
            </a:cu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4" name="Imagen 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7799" y="5183001"/>
              <a:ext cx="1865380" cy="1630683"/>
            </a:xfrm>
            <a:prstGeom prst="rect">
              <a:avLst/>
            </a:prstGeom>
          </p:spPr>
        </p:pic>
        <p:pic>
          <p:nvPicPr>
            <p:cNvPr id="8" name="Imagen 7"/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08"/>
            <a:stretch/>
          </p:blipFill>
          <p:spPr>
            <a:xfrm>
              <a:off x="0" y="5554095"/>
              <a:ext cx="1932873" cy="8503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40768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8D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>
                <a:latin typeface="Consolas" panose="020B0609020204030204" pitchFamily="49" charset="0"/>
              </a:rPr>
              <a:t>Recap</a:t>
            </a:r>
            <a:endParaRPr lang="es-MX" dirty="0">
              <a:latin typeface="Consolas" panose="020B0609020204030204" pitchFamily="49" charset="0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2092325"/>
            <a:ext cx="11087100" cy="4351338"/>
          </a:xfrm>
        </p:spPr>
        <p:txBody>
          <a:bodyPr>
            <a:normAutofit fontScale="92500" lnSpcReduction="20000"/>
          </a:bodyPr>
          <a:lstStyle/>
          <a:p>
            <a:r>
              <a:rPr lang="es-MX" dirty="0" smtClean="0">
                <a:latin typeface="Consolas" panose="020B0609020204030204" pitchFamily="49" charset="0"/>
              </a:rPr>
              <a:t>EDA vs </a:t>
            </a:r>
            <a:r>
              <a:rPr lang="es-MX" dirty="0" err="1" smtClean="0">
                <a:latin typeface="Consolas" panose="020B0609020204030204" pitchFamily="49" charset="0"/>
              </a:rPr>
              <a:t>Storytelling</a:t>
            </a:r>
            <a:endParaRPr lang="es-MX" dirty="0">
              <a:latin typeface="Consolas" panose="020B0609020204030204" pitchFamily="49" charset="0"/>
            </a:endParaRPr>
          </a:p>
          <a:p>
            <a:pPr lvl="1"/>
            <a:r>
              <a:rPr lang="es-MX" dirty="0" smtClean="0">
                <a:solidFill>
                  <a:schemeClr val="accent2"/>
                </a:solidFill>
                <a:latin typeface="Consolas" panose="020B0609020204030204" pitchFamily="49" charset="0"/>
              </a:rPr>
              <a:t>Visualizaciones exploratorias: </a:t>
            </a:r>
            <a:r>
              <a:rPr lang="es-MX" dirty="0" err="1" smtClean="0">
                <a:solidFill>
                  <a:schemeClr val="accent1"/>
                </a:solidFill>
                <a:latin typeface="Consolas" panose="020B0609020204030204" pitchFamily="49" charset="0"/>
              </a:rPr>
              <a:t>hist</a:t>
            </a:r>
            <a:r>
              <a:rPr lang="es-MX" dirty="0" smtClean="0">
                <a:solidFill>
                  <a:schemeClr val="accent1"/>
                </a:solidFill>
                <a:latin typeface="Consolas" panose="020B0609020204030204" pitchFamily="49" charset="0"/>
              </a:rPr>
              <a:t>(), </a:t>
            </a:r>
            <a:r>
              <a:rPr lang="es-MX" dirty="0" err="1" smtClean="0">
                <a:solidFill>
                  <a:schemeClr val="accent1"/>
                </a:solidFill>
                <a:latin typeface="Consolas" panose="020B0609020204030204" pitchFamily="49" charset="0"/>
              </a:rPr>
              <a:t>boxplot</a:t>
            </a:r>
            <a:r>
              <a:rPr lang="es-MX" dirty="0" smtClean="0">
                <a:solidFill>
                  <a:schemeClr val="accent1"/>
                </a:solidFill>
                <a:latin typeface="Consolas" panose="020B0609020204030204" pitchFamily="49" charset="0"/>
              </a:rPr>
              <a:t>(), </a:t>
            </a:r>
            <a:r>
              <a:rPr lang="es-MX" dirty="0" err="1" smtClean="0">
                <a:solidFill>
                  <a:schemeClr val="accent1"/>
                </a:solidFill>
                <a:latin typeface="Consolas" panose="020B0609020204030204" pitchFamily="49" charset="0"/>
              </a:rPr>
              <a:t>plot</a:t>
            </a:r>
            <a:r>
              <a:rPr lang="es-MX" dirty="0" smtClean="0">
                <a:solidFill>
                  <a:schemeClr val="accent1"/>
                </a:solidFill>
                <a:latin typeface="Consolas" panose="020B0609020204030204" pitchFamily="49" charset="0"/>
              </a:rPr>
              <a:t>()+</a:t>
            </a:r>
            <a:r>
              <a:rPr lang="es-MX" dirty="0" err="1" smtClean="0">
                <a:solidFill>
                  <a:schemeClr val="accent1"/>
                </a:solidFill>
                <a:latin typeface="Consolas" panose="020B0609020204030204" pitchFamily="49" charset="0"/>
              </a:rPr>
              <a:t>abline</a:t>
            </a:r>
            <a:r>
              <a:rPr lang="es-MX" dirty="0" smtClean="0">
                <a:solidFill>
                  <a:schemeClr val="accent1"/>
                </a:solidFill>
                <a:latin typeface="Consolas" panose="020B0609020204030204" pitchFamily="49" charset="0"/>
              </a:rPr>
              <a:t>.</a:t>
            </a:r>
            <a:endParaRPr lang="es-MX" dirty="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pPr lvl="1"/>
            <a:r>
              <a:rPr lang="es-MX" dirty="0" smtClean="0">
                <a:solidFill>
                  <a:schemeClr val="accent2"/>
                </a:solidFill>
                <a:latin typeface="Consolas" panose="020B0609020204030204" pitchFamily="49" charset="0"/>
              </a:rPr>
              <a:t>Visualizaciones </a:t>
            </a:r>
            <a:r>
              <a:rPr lang="es-MX" dirty="0" err="1" smtClean="0">
                <a:solidFill>
                  <a:schemeClr val="accent2"/>
                </a:solidFill>
                <a:latin typeface="Consolas" panose="020B0609020204030204" pitchFamily="49" charset="0"/>
              </a:rPr>
              <a:t>storytelling</a:t>
            </a:r>
            <a:r>
              <a:rPr lang="es-MX" dirty="0" smtClean="0">
                <a:solidFill>
                  <a:schemeClr val="accent2"/>
                </a:solidFill>
                <a:latin typeface="Consolas" panose="020B0609020204030204" pitchFamily="49" charset="0"/>
              </a:rPr>
              <a:t>: </a:t>
            </a:r>
            <a:r>
              <a:rPr lang="es-MX" dirty="0" smtClean="0">
                <a:solidFill>
                  <a:schemeClr val="accent1"/>
                </a:solidFill>
                <a:latin typeface="Consolas" panose="020B0609020204030204" pitchFamily="49" charset="0"/>
              </a:rPr>
              <a:t>Ggplot</a:t>
            </a:r>
            <a:r>
              <a:rPr lang="es-MX" dirty="0" smtClean="0">
                <a:solidFill>
                  <a:schemeClr val="accent1"/>
                </a:solidFill>
                <a:latin typeface="Consolas" panose="020B0609020204030204" pitchFamily="49" charset="0"/>
              </a:rPr>
              <a:t>2. </a:t>
            </a:r>
            <a:r>
              <a:rPr lang="es-MX" dirty="0" err="1" smtClean="0">
                <a:solidFill>
                  <a:schemeClr val="accent1"/>
                </a:solidFill>
                <a:latin typeface="Consolas" panose="020B0609020204030204" pitchFamily="49" charset="0"/>
              </a:rPr>
              <a:t>Grammar</a:t>
            </a:r>
            <a:r>
              <a:rPr lang="es-MX" dirty="0" smtClean="0">
                <a:solidFill>
                  <a:schemeClr val="accent1"/>
                </a:solidFill>
                <a:latin typeface="Consolas" panose="020B0609020204030204" pitchFamily="49" charset="0"/>
              </a:rPr>
              <a:t> of </a:t>
            </a:r>
            <a:r>
              <a:rPr lang="es-MX" dirty="0" err="1" smtClean="0">
                <a:solidFill>
                  <a:schemeClr val="accent1"/>
                </a:solidFill>
                <a:latin typeface="Consolas" panose="020B0609020204030204" pitchFamily="49" charset="0"/>
              </a:rPr>
              <a:t>graphics</a:t>
            </a:r>
            <a:r>
              <a:rPr lang="es-MX" dirty="0" smtClean="0">
                <a:solidFill>
                  <a:schemeClr val="accent1"/>
                </a:solidFill>
                <a:latin typeface="Consolas" panose="020B0609020204030204" pitchFamily="49" charset="0"/>
              </a:rPr>
              <a:t> y pirámide de capas en </a:t>
            </a:r>
            <a:r>
              <a:rPr lang="es-MX" dirty="0" err="1" smtClean="0">
                <a:solidFill>
                  <a:schemeClr val="accent1"/>
                </a:solidFill>
                <a:latin typeface="Consolas" panose="020B0609020204030204" pitchFamily="49" charset="0"/>
              </a:rPr>
              <a:t>ggplot</a:t>
            </a:r>
            <a:r>
              <a:rPr lang="es-MX" dirty="0" smtClean="0">
                <a:solidFill>
                  <a:schemeClr val="accent1"/>
                </a:solidFill>
                <a:latin typeface="Consolas" panose="020B0609020204030204" pitchFamily="49" charset="0"/>
              </a:rPr>
              <a:t>.</a:t>
            </a:r>
            <a:endParaRPr lang="es-MX" dirty="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pPr lvl="2"/>
            <a:r>
              <a:rPr lang="es-MX" dirty="0" err="1" smtClean="0">
                <a:latin typeface="Consolas" panose="020B0609020204030204" pitchFamily="49" charset="0"/>
              </a:rPr>
              <a:t>Geom_bar</a:t>
            </a:r>
            <a:r>
              <a:rPr lang="es-MX" dirty="0" smtClean="0">
                <a:latin typeface="Consolas" panose="020B0609020204030204" pitchFamily="49" charset="0"/>
              </a:rPr>
              <a:t>(),</a:t>
            </a:r>
          </a:p>
          <a:p>
            <a:pPr lvl="2"/>
            <a:r>
              <a:rPr lang="es-MX" dirty="0" err="1" smtClean="0">
                <a:latin typeface="Consolas" panose="020B0609020204030204" pitchFamily="49" charset="0"/>
              </a:rPr>
              <a:t>Geom_point</a:t>
            </a:r>
            <a:r>
              <a:rPr lang="es-MX" dirty="0" smtClean="0">
                <a:latin typeface="Consolas" panose="020B0609020204030204" pitchFamily="49" charset="0"/>
              </a:rPr>
              <a:t>()</a:t>
            </a:r>
          </a:p>
          <a:p>
            <a:pPr lvl="2"/>
            <a:r>
              <a:rPr lang="es-MX" dirty="0" err="1" smtClean="0">
                <a:latin typeface="Consolas" panose="020B0609020204030204" pitchFamily="49" charset="0"/>
              </a:rPr>
              <a:t>Theme</a:t>
            </a:r>
            <a:r>
              <a:rPr lang="es-MX" dirty="0" smtClean="0">
                <a:latin typeface="Consolas" panose="020B0609020204030204" pitchFamily="49" charset="0"/>
              </a:rPr>
              <a:t>():</a:t>
            </a:r>
          </a:p>
          <a:p>
            <a:pPr lvl="3"/>
            <a:r>
              <a:rPr lang="es-MX" dirty="0" err="1" smtClean="0">
                <a:latin typeface="Consolas" panose="020B0609020204030204" pitchFamily="49" charset="0"/>
              </a:rPr>
              <a:t>Plot.background</a:t>
            </a:r>
            <a:endParaRPr lang="es-MX" dirty="0" smtClean="0">
              <a:latin typeface="Consolas" panose="020B0609020204030204" pitchFamily="49" charset="0"/>
            </a:endParaRPr>
          </a:p>
          <a:p>
            <a:pPr lvl="3"/>
            <a:r>
              <a:rPr lang="es-MX" dirty="0" err="1" smtClean="0">
                <a:latin typeface="Consolas" panose="020B0609020204030204" pitchFamily="49" charset="0"/>
              </a:rPr>
              <a:t>Panel.background</a:t>
            </a:r>
            <a:endParaRPr lang="es-MX" dirty="0" smtClean="0">
              <a:latin typeface="Consolas" panose="020B0609020204030204" pitchFamily="49" charset="0"/>
            </a:endParaRPr>
          </a:p>
          <a:p>
            <a:pPr lvl="3"/>
            <a:r>
              <a:rPr lang="es-MX" dirty="0" err="1" smtClean="0">
                <a:latin typeface="Consolas" panose="020B0609020204030204" pitchFamily="49" charset="0"/>
              </a:rPr>
              <a:t>Plot.title</a:t>
            </a:r>
            <a:endParaRPr lang="es-MX" dirty="0" smtClean="0">
              <a:latin typeface="Consolas" panose="020B0609020204030204" pitchFamily="49" charset="0"/>
            </a:endParaRPr>
          </a:p>
          <a:p>
            <a:pPr lvl="3"/>
            <a:r>
              <a:rPr lang="es-MX" dirty="0" err="1" smtClean="0">
                <a:latin typeface="Consolas" panose="020B0609020204030204" pitchFamily="49" charset="0"/>
              </a:rPr>
              <a:t>Plot.subtitle</a:t>
            </a:r>
            <a:endParaRPr lang="es-MX" dirty="0" smtClean="0">
              <a:latin typeface="Consolas" panose="020B0609020204030204" pitchFamily="49" charset="0"/>
            </a:endParaRPr>
          </a:p>
          <a:p>
            <a:pPr lvl="3"/>
            <a:r>
              <a:rPr lang="es-MX" dirty="0" err="1" smtClean="0">
                <a:latin typeface="Consolas" panose="020B0609020204030204" pitchFamily="49" charset="0"/>
              </a:rPr>
              <a:t>Axis.title</a:t>
            </a:r>
            <a:endParaRPr lang="es-MX" dirty="0" smtClean="0">
              <a:latin typeface="Consolas" panose="020B0609020204030204" pitchFamily="49" charset="0"/>
            </a:endParaRPr>
          </a:p>
          <a:p>
            <a:pPr lvl="3"/>
            <a:r>
              <a:rPr lang="es-MX" dirty="0" err="1" smtClean="0">
                <a:latin typeface="Consolas" panose="020B0609020204030204" pitchFamily="49" charset="0"/>
              </a:rPr>
              <a:t>Legend.position</a:t>
            </a:r>
            <a:endParaRPr lang="es-MX" dirty="0" smtClean="0">
              <a:latin typeface="Consolas" panose="020B0609020204030204" pitchFamily="49" charset="0"/>
            </a:endParaRPr>
          </a:p>
          <a:p>
            <a:pPr lvl="2"/>
            <a:endParaRPr lang="es-MX" dirty="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s-MX" dirty="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pPr lvl="1"/>
            <a:r>
              <a:rPr lang="es-MX" b="1" dirty="0" smtClean="0">
                <a:solidFill>
                  <a:schemeClr val="accent2"/>
                </a:solidFill>
                <a:latin typeface="Consolas" panose="020B0609020204030204" pitchFamily="49" charset="0"/>
              </a:rPr>
              <a:t>Primer acercamiento a visualización con </a:t>
            </a:r>
            <a:r>
              <a:rPr lang="es-MX" b="1" dirty="0" err="1" smtClean="0">
                <a:solidFill>
                  <a:schemeClr val="accent2"/>
                </a:solidFill>
                <a:latin typeface="Consolas" panose="020B0609020204030204" pitchFamily="49" charset="0"/>
              </a:rPr>
              <a:t>ggplot</a:t>
            </a:r>
            <a:endParaRPr lang="es-MX" b="1" dirty="0">
              <a:solidFill>
                <a:schemeClr val="accent2"/>
              </a:solidFill>
              <a:latin typeface="Consolas" panose="020B0609020204030204" pitchFamily="49" charset="0"/>
            </a:endParaRPr>
          </a:p>
          <a:p>
            <a:pPr lvl="2"/>
            <a:endParaRPr lang="es-MX" b="1" dirty="0">
              <a:solidFill>
                <a:schemeClr val="accent3"/>
              </a:solidFill>
            </a:endParaRPr>
          </a:p>
        </p:txBody>
      </p:sp>
      <p:grpSp>
        <p:nvGrpSpPr>
          <p:cNvPr id="8" name="Grupo 7"/>
          <p:cNvGrpSpPr/>
          <p:nvPr/>
        </p:nvGrpSpPr>
        <p:grpSpPr>
          <a:xfrm flipH="1">
            <a:off x="10158821" y="5144901"/>
            <a:ext cx="2033179" cy="1630683"/>
            <a:chOff x="0" y="5183001"/>
            <a:chExt cx="2033179" cy="1630683"/>
          </a:xfrm>
        </p:grpSpPr>
        <p:sp>
          <p:nvSpPr>
            <p:cNvPr id="9" name="Forma libre 8"/>
            <p:cNvSpPr/>
            <p:nvPr/>
          </p:nvSpPr>
          <p:spPr>
            <a:xfrm>
              <a:off x="1095676" y="5407025"/>
              <a:ext cx="818147" cy="991402"/>
            </a:xfrm>
            <a:custGeom>
              <a:avLst/>
              <a:gdLst>
                <a:gd name="connsiteX0" fmla="*/ 38501 w 818147"/>
                <a:gd name="connsiteY0" fmla="*/ 0 h 991402"/>
                <a:gd name="connsiteX1" fmla="*/ 818147 w 818147"/>
                <a:gd name="connsiteY1" fmla="*/ 375386 h 991402"/>
                <a:gd name="connsiteX2" fmla="*/ 818147 w 818147"/>
                <a:gd name="connsiteY2" fmla="*/ 991402 h 991402"/>
                <a:gd name="connsiteX3" fmla="*/ 442762 w 818147"/>
                <a:gd name="connsiteY3" fmla="*/ 789272 h 991402"/>
                <a:gd name="connsiteX4" fmla="*/ 375385 w 818147"/>
                <a:gd name="connsiteY4" fmla="*/ 760396 h 991402"/>
                <a:gd name="connsiteX5" fmla="*/ 0 w 818147"/>
                <a:gd name="connsiteY5" fmla="*/ 577516 h 991402"/>
                <a:gd name="connsiteX6" fmla="*/ 38501 w 818147"/>
                <a:gd name="connsiteY6" fmla="*/ 0 h 991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8147" h="991402">
                  <a:moveTo>
                    <a:pt x="38501" y="0"/>
                  </a:moveTo>
                  <a:lnTo>
                    <a:pt x="818147" y="375386"/>
                  </a:lnTo>
                  <a:lnTo>
                    <a:pt x="818147" y="991402"/>
                  </a:lnTo>
                  <a:lnTo>
                    <a:pt x="442762" y="789272"/>
                  </a:lnTo>
                  <a:lnTo>
                    <a:pt x="375385" y="760396"/>
                  </a:lnTo>
                  <a:lnTo>
                    <a:pt x="0" y="577516"/>
                  </a:lnTo>
                  <a:lnTo>
                    <a:pt x="38501" y="0"/>
                  </a:lnTo>
                  <a:close/>
                </a:path>
              </a:pathLst>
            </a:cu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10" name="Imagen 9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7799" y="5183001"/>
              <a:ext cx="1865380" cy="1630683"/>
            </a:xfrm>
            <a:prstGeom prst="rect">
              <a:avLst/>
            </a:prstGeom>
          </p:spPr>
        </p:pic>
        <p:pic>
          <p:nvPicPr>
            <p:cNvPr id="11" name="Imagen 10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08"/>
            <a:stretch/>
          </p:blipFill>
          <p:spPr>
            <a:xfrm>
              <a:off x="0" y="5554095"/>
              <a:ext cx="1932873" cy="8503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37039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8D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>
                <a:latin typeface="Consolas" panose="020B0609020204030204" pitchFamily="49" charset="0"/>
              </a:rPr>
              <a:t>Objetivos del día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91065" y="2324030"/>
            <a:ext cx="10229850" cy="5172075"/>
          </a:xfrm>
        </p:spPr>
        <p:txBody>
          <a:bodyPr numCol="2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s-MX" sz="2000" b="1" dirty="0" err="1" smtClean="0">
                <a:solidFill>
                  <a:schemeClr val="accent2"/>
                </a:solidFill>
                <a:latin typeface="Consolas" panose="020B0609020204030204" pitchFamily="49" charset="0"/>
              </a:rPr>
              <a:t>Recap</a:t>
            </a:r>
            <a:r>
              <a:rPr lang="es-MX" sz="2000" b="1" dirty="0" smtClean="0">
                <a:solidFill>
                  <a:schemeClr val="accent2"/>
                </a:solidFill>
                <a:latin typeface="Consolas" panose="020B0609020204030204" pitchFamily="49" charset="0"/>
              </a:rPr>
              <a:t> y </a:t>
            </a:r>
            <a:r>
              <a:rPr lang="es-MX" sz="2000" b="1" dirty="0" err="1" smtClean="0">
                <a:solidFill>
                  <a:schemeClr val="accent2"/>
                </a:solidFill>
                <a:latin typeface="Consolas" panose="020B0609020204030204" pitchFamily="49" charset="0"/>
              </a:rPr>
              <a:t>ggplot</a:t>
            </a:r>
            <a:endParaRPr lang="es-MX" sz="2000" b="1" dirty="0">
              <a:solidFill>
                <a:schemeClr val="accent2"/>
              </a:solidFill>
              <a:latin typeface="Consolas" panose="020B0609020204030204" pitchFamily="49" charset="0"/>
            </a:endParaRPr>
          </a:p>
          <a:p>
            <a:pPr lvl="1"/>
            <a:r>
              <a:rPr lang="es-MX" sz="1800" dirty="0" smtClean="0">
                <a:latin typeface="Consolas" panose="020B0609020204030204" pitchFamily="49" charset="0"/>
              </a:rPr>
              <a:t>Funciones </a:t>
            </a:r>
            <a:r>
              <a:rPr lang="es-MX" sz="1800" dirty="0" err="1" smtClean="0">
                <a:latin typeface="Consolas" panose="020B0609020204030204" pitchFamily="49" charset="0"/>
              </a:rPr>
              <a:t>dplyr</a:t>
            </a:r>
            <a:endParaRPr lang="es-MX" sz="1800" dirty="0" smtClean="0">
              <a:latin typeface="Consolas" panose="020B0609020204030204" pitchFamily="49" charset="0"/>
            </a:endParaRPr>
          </a:p>
          <a:p>
            <a:pPr lvl="1"/>
            <a:r>
              <a:rPr lang="es-MX" sz="1800" dirty="0" err="1" smtClean="0">
                <a:latin typeface="Consolas" panose="020B0609020204030204" pitchFamily="49" charset="0"/>
              </a:rPr>
              <a:t>Mutate</a:t>
            </a:r>
            <a:r>
              <a:rPr lang="es-MX" sz="1800" dirty="0" smtClean="0">
                <a:latin typeface="Consolas" panose="020B0609020204030204" pitchFamily="49" charset="0"/>
              </a:rPr>
              <a:t> + </a:t>
            </a:r>
            <a:r>
              <a:rPr lang="es-MX" sz="1800" dirty="0" err="1" smtClean="0">
                <a:latin typeface="Consolas" panose="020B0609020204030204" pitchFamily="49" charset="0"/>
              </a:rPr>
              <a:t>lag</a:t>
            </a:r>
            <a:endParaRPr lang="es-MX" sz="1800" dirty="0" smtClean="0">
              <a:latin typeface="Consolas" panose="020B0609020204030204" pitchFamily="49" charset="0"/>
            </a:endParaRPr>
          </a:p>
          <a:p>
            <a:pPr lvl="1"/>
            <a:r>
              <a:rPr lang="es-MX" sz="1800" dirty="0" smtClean="0">
                <a:latin typeface="Consolas" panose="020B0609020204030204" pitchFamily="49" charset="0"/>
              </a:rPr>
              <a:t>Visualización con </a:t>
            </a:r>
            <a:r>
              <a:rPr lang="es-MX" sz="1800" dirty="0" err="1" smtClean="0">
                <a:latin typeface="Consolas" panose="020B0609020204030204" pitchFamily="49" charset="0"/>
              </a:rPr>
              <a:t>ggplot</a:t>
            </a:r>
            <a:endParaRPr lang="es-MX" sz="1800" dirty="0" smtClean="0">
              <a:latin typeface="Consolas" panose="020B0609020204030204" pitchFamily="49" charset="0"/>
            </a:endParaRPr>
          </a:p>
          <a:p>
            <a:pPr lvl="1"/>
            <a:r>
              <a:rPr lang="es-MX" sz="1800" dirty="0" smtClean="0">
                <a:latin typeface="Consolas" panose="020B0609020204030204" pitchFamily="49" charset="0"/>
              </a:rPr>
              <a:t>Elaboración de un tema propio</a:t>
            </a:r>
          </a:p>
          <a:p>
            <a:pPr lvl="1"/>
            <a:r>
              <a:rPr lang="es-MX" sz="1800" dirty="0" err="1" smtClean="0">
                <a:latin typeface="Consolas" panose="020B0609020204030204" pitchFamily="49" charset="0"/>
              </a:rPr>
              <a:t>Geom_text</a:t>
            </a:r>
            <a:endParaRPr lang="es-MX" sz="1800" dirty="0" smtClean="0">
              <a:latin typeface="Consolas" panose="020B0609020204030204" pitchFamily="49" charset="0"/>
            </a:endParaRPr>
          </a:p>
          <a:p>
            <a:pPr lvl="1"/>
            <a:r>
              <a:rPr lang="es-MX" sz="1800" dirty="0" err="1" smtClean="0">
                <a:latin typeface="Consolas" panose="020B0609020204030204" pitchFamily="49" charset="0"/>
              </a:rPr>
              <a:t>Fill</a:t>
            </a:r>
            <a:r>
              <a:rPr lang="es-MX" sz="1800" dirty="0" smtClean="0">
                <a:latin typeface="Consolas" panose="020B0609020204030204" pitchFamily="49" charset="0"/>
              </a:rPr>
              <a:t> condicional</a:t>
            </a:r>
            <a:endParaRPr lang="es-MX" sz="1800" dirty="0">
              <a:latin typeface="Consolas" panose="020B0609020204030204" pitchFamily="49" charset="0"/>
            </a:endParaRPr>
          </a:p>
          <a:p>
            <a:pPr lvl="1"/>
            <a:endParaRPr lang="es-MX" sz="1800" dirty="0">
              <a:latin typeface="Consolas" panose="020B0609020204030204" pitchFamily="49" charset="0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28" b="31536"/>
          <a:stretch/>
        </p:blipFill>
        <p:spPr>
          <a:xfrm rot="191927" flipH="1">
            <a:off x="8639174" y="3370954"/>
            <a:ext cx="3304033" cy="3639445"/>
          </a:xfrm>
          <a:prstGeom prst="rtTriangle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6377188" y="1379261"/>
            <a:ext cx="38481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Consolas" panose="020B0609020204030204" pitchFamily="49" charset="0"/>
              </a:rPr>
              <a:t>Al final de la </a:t>
            </a:r>
            <a:r>
              <a:rPr lang="es-MX" dirty="0" smtClean="0">
                <a:solidFill>
                  <a:schemeClr val="accent1"/>
                </a:solidFill>
                <a:latin typeface="Consolas" panose="020B0609020204030204" pitchFamily="49" charset="0"/>
              </a:rPr>
              <a:t>sesión</a:t>
            </a:r>
            <a:r>
              <a:rPr lang="es-MX" dirty="0">
                <a:solidFill>
                  <a:schemeClr val="accent1"/>
                </a:solidFill>
                <a:latin typeface="Consolas" panose="020B0609020204030204" pitchFamily="49" charset="0"/>
              </a:rPr>
              <a:t> </a:t>
            </a:r>
            <a:r>
              <a:rPr lang="es-MX" dirty="0" smtClean="0">
                <a:solidFill>
                  <a:schemeClr val="accent1"/>
                </a:solidFill>
                <a:latin typeface="Consolas" panose="020B0609020204030204" pitchFamily="49" charset="0"/>
              </a:rPr>
              <a:t>podrás generar  tu propio tema y tendrás herramientas para llevar una visualización sencilla a un grado de presentación</a:t>
            </a:r>
            <a:endParaRPr lang="es-MX" dirty="0" smtClean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7901" y="3394117"/>
            <a:ext cx="4526674" cy="3031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512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8D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178E05F-8E83-BBB4-A381-2A742A868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570" y="457200"/>
            <a:ext cx="3932237" cy="605481"/>
          </a:xfrm>
        </p:spPr>
        <p:txBody>
          <a:bodyPr/>
          <a:lstStyle/>
          <a:p>
            <a:r>
              <a:rPr lang="es-MX" dirty="0" smtClean="0">
                <a:latin typeface="Consolas" panose="020B0609020204030204" pitchFamily="49" charset="0"/>
              </a:rPr>
              <a:t>Ggplot2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21D49E75-95E0-382E-CBD0-DB668CB248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8050" y="1280479"/>
            <a:ext cx="5699013" cy="478378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Grammar</a:t>
            </a:r>
            <a:r>
              <a:rPr lang="es-ES" b="1" dirty="0">
                <a:solidFill>
                  <a:schemeClr val="accent2"/>
                </a:solidFill>
                <a:latin typeface="Consolas" panose="020B0609020204030204" pitchFamily="49" charset="0"/>
              </a:rPr>
              <a:t> of </a:t>
            </a:r>
            <a:r>
              <a:rPr lang="es-ES" b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graphics</a:t>
            </a:r>
            <a:r>
              <a:rPr lang="es-ES" b="1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s-ES" i="1" dirty="0" smtClean="0">
                <a:latin typeface="Consolas" panose="020B0609020204030204" pitchFamily="49" charset="0"/>
              </a:rPr>
              <a:t>(</a:t>
            </a:r>
            <a:r>
              <a:rPr lang="es-ES" dirty="0" err="1" smtClean="0">
                <a:latin typeface="Consolas" panose="020B0609020204030204" pitchFamily="49" charset="0"/>
              </a:rPr>
              <a:t>Wilkinson</a:t>
            </a:r>
            <a:r>
              <a:rPr lang="es-ES" dirty="0" smtClean="0">
                <a:latin typeface="Consolas" panose="020B0609020204030204" pitchFamily="49" charset="0"/>
              </a:rPr>
              <a:t>). “Toda gráfica se puede construir de 3 componentes: datos, un sistema de coordenadas y geometrías que lo represente”.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i="1" dirty="0" err="1" smtClean="0">
                <a:latin typeface="Consolas" panose="020B0609020204030204" pitchFamily="49" charset="0"/>
              </a:rPr>
              <a:t>Ggplot</a:t>
            </a:r>
            <a:r>
              <a:rPr lang="es-ES" i="1" dirty="0" smtClean="0">
                <a:latin typeface="Consolas" panose="020B0609020204030204" pitchFamily="49" charset="0"/>
              </a:rPr>
              <a:t>: </a:t>
            </a:r>
            <a:r>
              <a:rPr lang="es-ES" dirty="0" smtClean="0">
                <a:latin typeface="Consolas" panose="020B0609020204030204" pitchFamily="49" charset="0"/>
              </a:rPr>
              <a:t>Implementación de esa filosofía desarrollada por </a:t>
            </a:r>
            <a:r>
              <a:rPr lang="es-ES" dirty="0" err="1" smtClean="0">
                <a:latin typeface="Consolas" panose="020B0609020204030204" pitchFamily="49" charset="0"/>
              </a:rPr>
              <a:t>Wickham</a:t>
            </a:r>
            <a:r>
              <a:rPr lang="es-ES" dirty="0" smtClean="0">
                <a:latin typeface="Consolas" panose="020B0609020204030204" pitchFamily="49" charset="0"/>
              </a:rPr>
              <a:t>. </a:t>
            </a:r>
            <a:endParaRPr lang="es-ES" i="1" dirty="0"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smtClean="0">
                <a:latin typeface="Consolas" panose="020B0609020204030204" pitchFamily="49" charset="0"/>
              </a:rPr>
              <a:t>Lógica de </a:t>
            </a:r>
            <a:r>
              <a:rPr lang="es-ES" b="1" dirty="0">
                <a:solidFill>
                  <a:schemeClr val="accent2"/>
                </a:solidFill>
                <a:latin typeface="Consolas" panose="020B0609020204030204" pitchFamily="49" charset="0"/>
              </a:rPr>
              <a:t>capas</a:t>
            </a:r>
            <a:r>
              <a:rPr lang="es-ES" dirty="0" smtClean="0">
                <a:latin typeface="Consolas" panose="020B0609020204030204" pitchFamily="49" charset="0"/>
              </a:rPr>
              <a:t>.</a:t>
            </a:r>
            <a:endParaRPr lang="es-ES" dirty="0">
              <a:latin typeface="Consolas" panose="020B0609020204030204" pitchFamily="49" charset="0"/>
            </a:endParaRPr>
          </a:p>
        </p:txBody>
      </p:sp>
      <p:graphicFrame>
        <p:nvGraphicFramePr>
          <p:cNvPr id="5" name="Diagrama 4"/>
          <p:cNvGraphicFramePr/>
          <p:nvPr>
            <p:extLst>
              <p:ext uri="{D42A27DB-BD31-4B8C-83A1-F6EECF244321}">
                <p14:modId xmlns:p14="http://schemas.microsoft.com/office/powerpoint/2010/main" val="2487868384"/>
              </p:ext>
            </p:extLst>
          </p:nvPr>
        </p:nvGraphicFramePr>
        <p:xfrm>
          <a:off x="6278799" y="2831715"/>
          <a:ext cx="5461885" cy="36387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9" name="Conector recto de flecha 8"/>
          <p:cNvCxnSpPr/>
          <p:nvPr/>
        </p:nvCxnSpPr>
        <p:spPr>
          <a:xfrm flipH="1">
            <a:off x="5784138" y="6204685"/>
            <a:ext cx="7099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xmlns="" id="{21D49E75-95E0-382E-CBD0-DB668CB24802}"/>
              </a:ext>
            </a:extLst>
          </p:cNvPr>
          <p:cNvSpPr txBox="1">
            <a:spLocks/>
          </p:cNvSpPr>
          <p:nvPr/>
        </p:nvSpPr>
        <p:spPr>
          <a:xfrm>
            <a:off x="2407214" y="6073239"/>
            <a:ext cx="3425017" cy="29135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000" b="1" dirty="0" smtClean="0">
                <a:solidFill>
                  <a:srgbClr val="F2F2F2"/>
                </a:solidFill>
                <a:latin typeface="Consolas" panose="020B0609020204030204" pitchFamily="49" charset="0"/>
              </a:rPr>
              <a:t>Información que quiero representar</a:t>
            </a:r>
            <a:endParaRPr lang="es-ES" sz="1000" dirty="0">
              <a:solidFill>
                <a:srgbClr val="F2F2F2"/>
              </a:solidFill>
              <a:latin typeface="Consolas" panose="020B0609020204030204" pitchFamily="49" charset="0"/>
            </a:endParaRPr>
          </a:p>
        </p:txBody>
      </p:sp>
      <p:cxnSp>
        <p:nvCxnSpPr>
          <p:cNvPr id="11" name="Conector recto de flecha 10"/>
          <p:cNvCxnSpPr/>
          <p:nvPr/>
        </p:nvCxnSpPr>
        <p:spPr>
          <a:xfrm flipH="1">
            <a:off x="6299411" y="5562756"/>
            <a:ext cx="6595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xmlns="" id="{21D49E75-95E0-382E-CBD0-DB668CB24802}"/>
              </a:ext>
            </a:extLst>
          </p:cNvPr>
          <p:cNvSpPr txBox="1">
            <a:spLocks/>
          </p:cNvSpPr>
          <p:nvPr/>
        </p:nvSpPr>
        <p:spPr>
          <a:xfrm>
            <a:off x="3487438" y="5446691"/>
            <a:ext cx="3260261" cy="291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000" b="1" dirty="0" smtClean="0">
                <a:solidFill>
                  <a:srgbClr val="F2F2F2"/>
                </a:solidFill>
                <a:latin typeface="Consolas" panose="020B0609020204030204" pitchFamily="49" charset="0"/>
              </a:rPr>
              <a:t>Mapeo visual de las variables</a:t>
            </a:r>
            <a:endParaRPr lang="es-ES" sz="1000" dirty="0">
              <a:solidFill>
                <a:srgbClr val="F2F2F2"/>
              </a:solidFill>
              <a:latin typeface="Consolas" panose="020B0609020204030204" pitchFamily="49" charset="0"/>
            </a:endParaRPr>
          </a:p>
        </p:txBody>
      </p:sp>
      <p:cxnSp>
        <p:nvCxnSpPr>
          <p:cNvPr id="13" name="Conector recto de flecha 12"/>
          <p:cNvCxnSpPr/>
          <p:nvPr/>
        </p:nvCxnSpPr>
        <p:spPr>
          <a:xfrm flipH="1" flipV="1">
            <a:off x="6958960" y="4962022"/>
            <a:ext cx="480919" cy="111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xmlns="" id="{21D49E75-95E0-382E-CBD0-DB668CB24802}"/>
              </a:ext>
            </a:extLst>
          </p:cNvPr>
          <p:cNvSpPr txBox="1">
            <a:spLocks/>
          </p:cNvSpPr>
          <p:nvPr/>
        </p:nvSpPr>
        <p:spPr>
          <a:xfrm>
            <a:off x="3847106" y="4834373"/>
            <a:ext cx="3260261" cy="291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000" b="1" dirty="0" smtClean="0">
                <a:solidFill>
                  <a:srgbClr val="F2F2F2"/>
                </a:solidFill>
                <a:latin typeface="Consolas" panose="020B0609020204030204" pitchFamily="49" charset="0"/>
              </a:rPr>
              <a:t>Qué tipo de gráfico se dibuja</a:t>
            </a:r>
            <a:endParaRPr lang="es-ES" sz="1000" dirty="0">
              <a:solidFill>
                <a:srgbClr val="F2F2F2"/>
              </a:solidFill>
              <a:latin typeface="Consolas" panose="020B0609020204030204" pitchFamily="49" charset="0"/>
            </a:endParaRPr>
          </a:p>
        </p:txBody>
      </p:sp>
      <p:cxnSp>
        <p:nvCxnSpPr>
          <p:cNvPr id="15" name="Conector recto de flecha 14"/>
          <p:cNvCxnSpPr/>
          <p:nvPr/>
        </p:nvCxnSpPr>
        <p:spPr>
          <a:xfrm flipH="1">
            <a:off x="7439880" y="4347555"/>
            <a:ext cx="4164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3">
            <a:extLst>
              <a:ext uri="{FF2B5EF4-FFF2-40B4-BE49-F238E27FC236}">
                <a16:creationId xmlns:a16="http://schemas.microsoft.com/office/drawing/2014/main" xmlns="" id="{21D49E75-95E0-382E-CBD0-DB668CB24802}"/>
              </a:ext>
            </a:extLst>
          </p:cNvPr>
          <p:cNvSpPr txBox="1">
            <a:spLocks/>
          </p:cNvSpPr>
          <p:nvPr/>
        </p:nvSpPr>
        <p:spPr>
          <a:xfrm>
            <a:off x="4235723" y="4251698"/>
            <a:ext cx="3260261" cy="29135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000" b="1" dirty="0" smtClean="0">
                <a:solidFill>
                  <a:srgbClr val="F2F2F2"/>
                </a:solidFill>
                <a:latin typeface="Consolas" panose="020B0609020204030204" pitchFamily="49" charset="0"/>
              </a:rPr>
              <a:t>Cómo se traducen los valores (tamaño, ejes, colores)</a:t>
            </a:r>
            <a:endParaRPr lang="es-ES" sz="1000" dirty="0">
              <a:solidFill>
                <a:srgbClr val="F2F2F2"/>
              </a:solidFill>
              <a:latin typeface="Consolas" panose="020B0609020204030204" pitchFamily="49" charset="0"/>
            </a:endParaRPr>
          </a:p>
        </p:txBody>
      </p:sp>
      <p:cxnSp>
        <p:nvCxnSpPr>
          <p:cNvPr id="17" name="Conector recto de flecha 16"/>
          <p:cNvCxnSpPr/>
          <p:nvPr/>
        </p:nvCxnSpPr>
        <p:spPr>
          <a:xfrm flipH="1">
            <a:off x="8044465" y="3781148"/>
            <a:ext cx="2610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3">
            <a:extLst>
              <a:ext uri="{FF2B5EF4-FFF2-40B4-BE49-F238E27FC236}">
                <a16:creationId xmlns:a16="http://schemas.microsoft.com/office/drawing/2014/main" xmlns="" id="{21D49E75-95E0-382E-CBD0-DB668CB24802}"/>
              </a:ext>
            </a:extLst>
          </p:cNvPr>
          <p:cNvSpPr txBox="1">
            <a:spLocks/>
          </p:cNvSpPr>
          <p:nvPr/>
        </p:nvSpPr>
        <p:spPr>
          <a:xfrm>
            <a:off x="6005943" y="3654730"/>
            <a:ext cx="2087916" cy="291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000" b="1" dirty="0" smtClean="0">
                <a:solidFill>
                  <a:srgbClr val="F2F2F2"/>
                </a:solidFill>
                <a:latin typeface="Consolas" panose="020B0609020204030204" pitchFamily="49" charset="0"/>
              </a:rPr>
              <a:t>División del gráfico</a:t>
            </a:r>
            <a:endParaRPr lang="es-ES" sz="1000" dirty="0">
              <a:solidFill>
                <a:srgbClr val="F2F2F2"/>
              </a:solidFill>
              <a:latin typeface="Consolas" panose="020B0609020204030204" pitchFamily="49" charset="0"/>
            </a:endParaRPr>
          </a:p>
        </p:txBody>
      </p:sp>
      <p:cxnSp>
        <p:nvCxnSpPr>
          <p:cNvPr id="23" name="Conector recto de flecha 22"/>
          <p:cNvCxnSpPr/>
          <p:nvPr/>
        </p:nvCxnSpPr>
        <p:spPr>
          <a:xfrm flipH="1">
            <a:off x="8542086" y="3152288"/>
            <a:ext cx="2610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3">
            <a:extLst>
              <a:ext uri="{FF2B5EF4-FFF2-40B4-BE49-F238E27FC236}">
                <a16:creationId xmlns:a16="http://schemas.microsoft.com/office/drawing/2014/main" xmlns="" id="{21D49E75-95E0-382E-CBD0-DB668CB24802}"/>
              </a:ext>
            </a:extLst>
          </p:cNvPr>
          <p:cNvSpPr txBox="1">
            <a:spLocks/>
          </p:cNvSpPr>
          <p:nvPr/>
        </p:nvSpPr>
        <p:spPr>
          <a:xfrm>
            <a:off x="6814682" y="3031013"/>
            <a:ext cx="2087916" cy="291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000" b="1" dirty="0" smtClean="0">
                <a:solidFill>
                  <a:srgbClr val="F2F2F2"/>
                </a:solidFill>
                <a:latin typeface="Consolas" panose="020B0609020204030204" pitchFamily="49" charset="0"/>
              </a:rPr>
              <a:t>Estilo visual</a:t>
            </a:r>
            <a:endParaRPr lang="es-ES" sz="1000" dirty="0">
              <a:solidFill>
                <a:srgbClr val="F2F2F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0013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10" grpId="0"/>
      <p:bldP spid="12" grpId="0"/>
      <p:bldP spid="14" grpId="0"/>
      <p:bldP spid="16" grpId="0"/>
      <p:bldP spid="18" grpId="0"/>
      <p:bldP spid="24" grpId="0"/>
    </p:bldLst>
  </p:timing>
</p:sld>
</file>

<file path=ppt/theme/theme1.xml><?xml version="1.0" encoding="utf-8"?>
<a:theme xmlns:a="http://schemas.openxmlformats.org/drawingml/2006/main" name="Tema de Office">
  <a:themeElements>
    <a:clrScheme name="Paleta_Mafer">
      <a:dk1>
        <a:srgbClr val="F2F2F2"/>
      </a:dk1>
      <a:lt1>
        <a:srgbClr val="3F3F3F"/>
      </a:lt1>
      <a:dk2>
        <a:srgbClr val="7F7F7F"/>
      </a:dk2>
      <a:lt2>
        <a:srgbClr val="E7E6E6"/>
      </a:lt2>
      <a:accent1>
        <a:srgbClr val="FFF79D"/>
      </a:accent1>
      <a:accent2>
        <a:srgbClr val="FF9A95"/>
      </a:accent2>
      <a:accent3>
        <a:srgbClr val="A78EC8"/>
      </a:accent3>
      <a:accent4>
        <a:srgbClr val="2EBCEE"/>
      </a:accent4>
      <a:accent5>
        <a:srgbClr val="4472C4"/>
      </a:accent5>
      <a:accent6>
        <a:srgbClr val="EBDAE2"/>
      </a:accent6>
      <a:hlink>
        <a:srgbClr val="C5E0B3"/>
      </a:hlink>
      <a:folHlink>
        <a:srgbClr val="FEE599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962</TotalTime>
  <Words>181</Words>
  <Application>Microsoft Office PowerPoint</Application>
  <PresentationFormat>Panorámica</PresentationFormat>
  <Paragraphs>43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Consolas</vt:lpstr>
      <vt:lpstr>Tema de Office</vt:lpstr>
      <vt:lpstr>R Intermedio</vt:lpstr>
      <vt:lpstr>Recap</vt:lpstr>
      <vt:lpstr>Objetivos del día</vt:lpstr>
      <vt:lpstr>Ggplot2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Introducción a R</dc:title>
  <dc:creator>user</dc:creator>
  <cp:lastModifiedBy>user</cp:lastModifiedBy>
  <cp:revision>45</cp:revision>
  <dcterms:created xsi:type="dcterms:W3CDTF">2025-12-13T08:20:06Z</dcterms:created>
  <dcterms:modified xsi:type="dcterms:W3CDTF">2026-04-12T16:22:39Z</dcterms:modified>
</cp:coreProperties>
</file>